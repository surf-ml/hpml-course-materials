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  <p:sldMasterId id="2147483674" r:id="rId2"/>
  </p:sldMasterIdLst>
  <p:notesMasterIdLst>
    <p:notesMasterId r:id="rId12"/>
  </p:notesMasterIdLst>
  <p:handoutMasterIdLst>
    <p:handoutMasterId r:id="rId13"/>
  </p:handoutMasterIdLst>
  <p:sldIdLst>
    <p:sldId id="513" r:id="rId3"/>
    <p:sldId id="524" r:id="rId4"/>
    <p:sldId id="514" r:id="rId5"/>
    <p:sldId id="503" r:id="rId6"/>
    <p:sldId id="523" r:id="rId7"/>
    <p:sldId id="522" r:id="rId8"/>
    <p:sldId id="516" r:id="rId9"/>
    <p:sldId id="518" r:id="rId10"/>
    <p:sldId id="525" r:id="rId11"/>
  </p:sldIdLst>
  <p:sldSz cx="12192000" cy="6858000"/>
  <p:notesSz cx="6858000" cy="9144000"/>
  <p:custDataLst>
    <p:tags r:id="rId14"/>
  </p:custDataLst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-set voorbeeld indelingen" id="{130FA196-B901-4748-8A24-CE4C5D292687}">
          <p14:sldIdLst>
            <p14:sldId id="513"/>
            <p14:sldId id="524"/>
            <p14:sldId id="514"/>
            <p14:sldId id="503"/>
            <p14:sldId id="523"/>
            <p14:sldId id="522"/>
            <p14:sldId id="516"/>
            <p14:sldId id="518"/>
            <p14:sldId id="525"/>
          </p14:sldIdLst>
        </p14:section>
        <p14:section name="Instructies" id="{875E3A6B-19CF-4943-B4B3-BDBE4022238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lse de Groot" initials="IdG" lastIdx="12" clrIdx="0">
    <p:extLst>
      <p:ext uri="{19B8F6BF-5375-455C-9EA6-DF929625EA0E}">
        <p15:presenceInfo xmlns:p15="http://schemas.microsoft.com/office/powerpoint/2012/main" userId="S-1-5-21-2890558824-3927818043-3374662254-1188" providerId="AD"/>
      </p:ext>
    </p:extLst>
  </p:cmAuthor>
  <p:cmAuthor id="2" name="Tess Hoogenraad" initials="TH" lastIdx="1" clrIdx="1">
    <p:extLst>
      <p:ext uri="{19B8F6BF-5375-455C-9EA6-DF929625EA0E}">
        <p15:presenceInfo xmlns:p15="http://schemas.microsoft.com/office/powerpoint/2012/main" userId="S-1-5-21-2890558824-3927818043-3374662254-1209" providerId="AD"/>
      </p:ext>
    </p:extLst>
  </p:cmAuthor>
  <p:cmAuthor id="3" name="PPT Solutions" initials="PS" lastIdx="20" clrIdx="2">
    <p:extLst>
      <p:ext uri="{19B8F6BF-5375-455C-9EA6-DF929625EA0E}">
        <p15:presenceInfo xmlns:p15="http://schemas.microsoft.com/office/powerpoint/2012/main" userId="PPT Solutions" providerId="None"/>
      </p:ext>
    </p:extLst>
  </p:cmAuthor>
  <p:cmAuthor id="4" name="Kelly Kok" initials="KK" lastIdx="7" clrIdx="3">
    <p:extLst>
      <p:ext uri="{19B8F6BF-5375-455C-9EA6-DF929625EA0E}">
        <p15:presenceInfo xmlns:p15="http://schemas.microsoft.com/office/powerpoint/2012/main" userId="S-1-5-21-2890558824-3927818043-3374662254-1238" providerId="AD"/>
      </p:ext>
    </p:extLst>
  </p:cmAuthor>
  <p:cmAuthor id="5" name="Marjolijn de Kruijff" initials="MdK" lastIdx="40" clrIdx="4">
    <p:extLst>
      <p:ext uri="{19B8F6BF-5375-455C-9EA6-DF929625EA0E}">
        <p15:presenceInfo xmlns:p15="http://schemas.microsoft.com/office/powerpoint/2012/main" userId="S-1-5-21-2890558824-3927818043-3374662254-1222" providerId="AD"/>
      </p:ext>
    </p:extLst>
  </p:cmAuthor>
  <p:cmAuthor id="6" name="Microsoft Office User" initials="MOU" lastIdx="1" clrIdx="5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FFFFF"/>
    <a:srgbClr val="02A33E"/>
    <a:srgbClr val="1E63A9"/>
    <a:srgbClr val="00A3ED"/>
    <a:srgbClr val="FF0101"/>
    <a:srgbClr val="FBA638"/>
    <a:srgbClr val="FFCC00"/>
    <a:srgbClr val="7693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30" autoAdjust="0"/>
    <p:restoredTop sz="93288" autoAdjust="0"/>
  </p:normalViewPr>
  <p:slideViewPr>
    <p:cSldViewPr snapToGrid="0">
      <p:cViewPr varScale="1">
        <p:scale>
          <a:sx n="114" d="100"/>
          <a:sy n="114" d="100"/>
        </p:scale>
        <p:origin x="1304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AC98AC25-4A32-4075-AA3C-3DCF4F6217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EA63CC90-5761-4E4D-B50A-D607A56B09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5E3D1E-5615-46D1-96C4-ABA4000F4F11}" type="datetimeFigureOut">
              <a:rPr lang="nl-NL" smtClean="0"/>
              <a:t>28-10-2026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6C10707-9097-4F7F-9E9C-CFC233DA4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2507002-0427-45CE-9E16-40BA0BD287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9EB24-5BCB-40EE-913C-A4E03839A77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48484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96BC-FA37-459B-A0D2-0B7FE8790135}" type="datetimeFigureOut">
              <a:rPr lang="nl-NL" smtClean="0"/>
              <a:t>28-10-2026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Tekststijl van het model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4D7F65-5299-4383-99A9-3EF851E1080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31312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4287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68909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387339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74134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448FC-D4A4-19A0-2645-1ABDE6012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E96B76-2E36-A4BC-1367-856D0BD90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9E3CDF-72AF-9311-5C55-D62D1D8F7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EFDF2-6BBB-DC87-E4A3-411C07BB95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4D7F65-5299-4383-99A9-3EF851E1080D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137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15.jpeg"/><Relationship Id="rId7" Type="http://schemas.openxmlformats.org/officeDocument/2006/relationships/image" Target="../media/image19.jp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jpeg"/><Relationship Id="rId5" Type="http://schemas.openxmlformats.org/officeDocument/2006/relationships/image" Target="../media/image17.jpg"/><Relationship Id="rId4" Type="http://schemas.openxmlformats.org/officeDocument/2006/relationships/image" Target="../media/image16.jpe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09yTK-OTEPA" TargetMode="External"/><Relationship Id="rId7" Type="http://schemas.openxmlformats.org/officeDocument/2006/relationships/hyperlink" Target="http://www.pptsolutions.nl/" TargetMode="External"/><Relationship Id="rId2" Type="http://schemas.openxmlformats.org/officeDocument/2006/relationships/hyperlink" Target="https://youtu.be/hM16rifWsjU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youtu.be/H_4HH09zxC0" TargetMode="External"/><Relationship Id="rId5" Type="http://schemas.openxmlformats.org/officeDocument/2006/relationships/hyperlink" Target="https://youtu.be/IIjbiKAotek" TargetMode="External"/><Relationship Id="rId4" Type="http://schemas.openxmlformats.org/officeDocument/2006/relationships/hyperlink" Target="https://youtu.be/fbByse1_RSY" TargetMode="Externa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pptsolutions.nl/" TargetMode="External"/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28-10-2026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 dirty="0"/>
              <a:t>Plaats hier de titel van de presentatie</a:t>
            </a:r>
            <a:endParaRPr lang="en-US" dirty="0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Plaats hier de naam van </a:t>
            </a:r>
            <a:br>
              <a:rPr lang="nl-NL" dirty="0"/>
            </a:br>
            <a:r>
              <a:rPr lang="nl-NL" dirty="0"/>
              <a:t>De spreker óf subtitel</a:t>
            </a:r>
            <a:endParaRPr lang="en-US" dirty="0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103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73069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1043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9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968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19110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6098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4265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1330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28-10-2026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6529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28-10-2026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1229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28-10-2026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9231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7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5927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33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 dirty="0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Naam + achternaam</a:t>
            </a:r>
          </a:p>
          <a:p>
            <a:pPr lvl="0"/>
            <a:endParaRPr lang="nl-NL" noProof="0" dirty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 err="1"/>
              <a:t>Social</a:t>
            </a:r>
            <a:r>
              <a:rPr lang="nl-NL" dirty="0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261142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088794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INSTRUCTIES: Feedback aanlever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hoek 4">
            <a:extLst>
              <a:ext uri="{FF2B5EF4-FFF2-40B4-BE49-F238E27FC236}">
                <a16:creationId xmlns:a16="http://schemas.microsoft.com/office/drawing/2014/main" id="{D8BDCCE3-C9BF-43FB-A9C6-0E04BD088A9A}"/>
              </a:ext>
            </a:extLst>
          </p:cNvPr>
          <p:cNvSpPr/>
          <p:nvPr userDrawn="1"/>
        </p:nvSpPr>
        <p:spPr>
          <a:xfrm>
            <a:off x="1" y="0"/>
            <a:ext cx="12192000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95ECD5CE-F4FE-452A-951F-2EABB08FF745}"/>
              </a:ext>
            </a:extLst>
          </p:cNvPr>
          <p:cNvSpPr/>
          <p:nvPr userDrawn="1"/>
        </p:nvSpPr>
        <p:spPr>
          <a:xfrm>
            <a:off x="701536" y="1571501"/>
            <a:ext cx="10800649" cy="4356494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200" kern="1200" cap="none" baseline="0">
                <a:solidFill>
                  <a:srgbClr val="303E48"/>
                </a:solidFill>
                <a:latin typeface="Calibri" panose="020F0502020204030204" pitchFamily="34" charset="0"/>
                <a:ea typeface="Open Sans" panose="020B0606030504020204" pitchFamily="34" charset="0"/>
                <a:cs typeface="Calibri" panose="020F0502020204030204" pitchFamily="34" charset="0"/>
              </a:rPr>
              <a:t>Beste,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Bij PPT Solutions communiceren we feedback met opmerkingen in PowerPoint.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feedback heeft wat betrekking heeft op een dia in de presentatie, ga dan naar de desbetreffende dia en volg de volgende stappen:</a:t>
            </a: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 kern="1200" cap="none" baseline="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br>
              <a:rPr lang="nl-NL" sz="100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nl-NL" sz="1000">
              <a:solidFill>
                <a:srgbClr val="303E48"/>
              </a:solidFill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0" lvl="3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None/>
            </a:pPr>
            <a:r>
              <a:rPr lang="nl-NL" sz="6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200">
                <a:solidFill>
                  <a:srgbClr val="303E48"/>
                </a:solidFill>
                <a:ea typeface="Open Sans" panose="020B0606030504020204" pitchFamily="34" charset="0"/>
                <a:cs typeface="Calibri" panose="020F0502020204030204" pitchFamily="34" charset="0"/>
              </a:rPr>
              <a:t>Antwoorden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Deze stappen kunt u uitvoeren door de gehele presentatie en eventueel ook antwoord geven op onze communicatie via opmerkingen.</a:t>
            </a:r>
            <a:b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kern="1200" cap="none" baseline="0">
                <a:solidFill>
                  <a:srgbClr val="303E48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De volgende stappen kunt u uitvoeren om antwoord te geven op evt. opmerkingen of om naar de vorige/volgende opmerking in de presentatie te gaan: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1861E7F-88C7-473E-BB0F-FA4E34696DC8}"/>
              </a:ext>
            </a:extLst>
          </p:cNvPr>
          <p:cNvSpPr txBox="1"/>
          <p:nvPr userDrawn="1"/>
        </p:nvSpPr>
        <p:spPr>
          <a:xfrm>
            <a:off x="1110428" y="2257839"/>
            <a:ext cx="4833347" cy="2654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Boven in je scherm, in de werkbalk, selecteer je het tabje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‘Invoegen’.</a:t>
            </a:r>
          </a:p>
        </p:txBody>
      </p:sp>
      <p:sp>
        <p:nvSpPr>
          <p:cNvPr id="9" name="Ovaal 8">
            <a:extLst>
              <a:ext uri="{FF2B5EF4-FFF2-40B4-BE49-F238E27FC236}">
                <a16:creationId xmlns:a16="http://schemas.microsoft.com/office/drawing/2014/main" id="{ABA1FBF8-EDEA-4039-80A7-6A6D27B61A77}"/>
              </a:ext>
            </a:extLst>
          </p:cNvPr>
          <p:cNvSpPr/>
          <p:nvPr userDrawn="1"/>
        </p:nvSpPr>
        <p:spPr>
          <a:xfrm>
            <a:off x="696791" y="2246539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1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13F83BE3-9CA0-4122-9961-95A5A0F3FB2F}"/>
              </a:ext>
            </a:extLst>
          </p:cNvPr>
          <p:cNvSpPr txBox="1"/>
          <p:nvPr userDrawn="1"/>
        </p:nvSpPr>
        <p:spPr>
          <a:xfrm>
            <a:off x="1110428" y="2737815"/>
            <a:ext cx="483334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‘Nieuwe opmerking’.</a:t>
            </a: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D3B50A4B-4773-40A6-9AEE-E193D4DB9BD6}"/>
              </a:ext>
            </a:extLst>
          </p:cNvPr>
          <p:cNvSpPr/>
          <p:nvPr userDrawn="1"/>
        </p:nvSpPr>
        <p:spPr>
          <a:xfrm>
            <a:off x="696791" y="2737815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2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45A583B3-D2D1-4BE9-BBE4-D44D8D9A7829}"/>
              </a:ext>
            </a:extLst>
          </p:cNvPr>
          <p:cNvSpPr txBox="1"/>
          <p:nvPr userDrawn="1"/>
        </p:nvSpPr>
        <p:spPr>
          <a:xfrm>
            <a:off x="1110428" y="3233318"/>
            <a:ext cx="5682125" cy="2914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Er verschijnt nu een klein spreekwolkje op de slide en het venster voor opmerkingen opent zich aan de zijkant.</a:t>
            </a:r>
          </a:p>
          <a:p>
            <a:pPr>
              <a:lnSpc>
                <a:spcPct val="90000"/>
              </a:lnSpc>
            </a:pP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Typ uw feedback in het tekst vak in het venster voor opmerkingen.</a:t>
            </a:r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60169D40-BEF8-4387-83A6-C6929733956F}"/>
              </a:ext>
            </a:extLst>
          </p:cNvPr>
          <p:cNvSpPr/>
          <p:nvPr userDrawn="1"/>
        </p:nvSpPr>
        <p:spPr>
          <a:xfrm>
            <a:off x="696791" y="3229091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3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0E13452B-4695-4201-9D3E-FE4710058DAD}"/>
              </a:ext>
            </a:extLst>
          </p:cNvPr>
          <p:cNvSpPr txBox="1"/>
          <p:nvPr userDrawn="1"/>
        </p:nvSpPr>
        <p:spPr>
          <a:xfrm>
            <a:off x="1110428" y="3727984"/>
            <a:ext cx="7306977" cy="288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Wanneer u dit gedaan heeft, kunt u het spreekwolkje op de juiste plaats op de dia slepen. </a:t>
            </a:r>
            <a:br>
              <a:rPr lang="nl-NL" sz="1000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nl-NL" sz="1000" b="1">
                <a:solidFill>
                  <a:srgbClr val="44546A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Zo is het voor ons duidelijk op welk deel van de content, op de dia, uw feedback betrekking heeft.</a:t>
            </a: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0430919E-F44F-41DD-AA27-86E0AF4DA393}"/>
              </a:ext>
            </a:extLst>
          </p:cNvPr>
          <p:cNvSpPr/>
          <p:nvPr userDrawn="1"/>
        </p:nvSpPr>
        <p:spPr>
          <a:xfrm>
            <a:off x="696791" y="3720367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4</a:t>
            </a: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587EF602-1221-4BFF-A78D-D21811EEF5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2277214"/>
            <a:ext cx="1559400" cy="22668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C9FD1223-36F2-4602-9ED2-BF6CE709EA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2742209"/>
            <a:ext cx="320762" cy="27924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A47B09D0-1011-4094-9BD6-47AA32F6E14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3722858"/>
            <a:ext cx="1479282" cy="61833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94DDB7AA-B57B-4920-A599-25DFA4AAB10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8" y="3220295"/>
            <a:ext cx="320761" cy="305623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grpSp>
        <p:nvGrpSpPr>
          <p:cNvPr id="20" name="Groep 19">
            <a:extLst>
              <a:ext uri="{FF2B5EF4-FFF2-40B4-BE49-F238E27FC236}">
                <a16:creationId xmlns:a16="http://schemas.microsoft.com/office/drawing/2014/main" id="{EE915324-D06A-478B-93D5-83A134A056FD}"/>
              </a:ext>
            </a:extLst>
          </p:cNvPr>
          <p:cNvGrpSpPr/>
          <p:nvPr userDrawn="1"/>
        </p:nvGrpSpPr>
        <p:grpSpPr>
          <a:xfrm>
            <a:off x="1110427" y="5258975"/>
            <a:ext cx="10532368" cy="787562"/>
            <a:chOff x="1020056" y="4938095"/>
            <a:chExt cx="10513169" cy="787562"/>
          </a:xfrm>
        </p:grpSpPr>
        <p:sp>
          <p:nvSpPr>
            <p:cNvPr id="21" name="Tekstvak 20">
              <a:extLst>
                <a:ext uri="{FF2B5EF4-FFF2-40B4-BE49-F238E27FC236}">
                  <a16:creationId xmlns:a16="http://schemas.microsoft.com/office/drawing/2014/main" id="{AB0E6B07-548D-4AEF-98FB-B988F9B5D7B3}"/>
                </a:ext>
              </a:extLst>
            </p:cNvPr>
            <p:cNvSpPr txBox="1"/>
            <p:nvPr/>
          </p:nvSpPr>
          <p:spPr>
            <a:xfrm>
              <a:off x="1020057" y="493809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en u een opmerking van PPT Solutions ziet staan, Kunt u antwoorden door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Onder de opmerking, waar een tekst vak staat met de beschrijving ‘Beantwoorden’, uw antwoord te typen.</a:t>
              </a:r>
            </a:p>
          </p:txBody>
        </p:sp>
        <p:sp>
          <p:nvSpPr>
            <p:cNvPr id="22" name="Tekstvak 21">
              <a:extLst>
                <a:ext uri="{FF2B5EF4-FFF2-40B4-BE49-F238E27FC236}">
                  <a16:creationId xmlns:a16="http://schemas.microsoft.com/office/drawing/2014/main" id="{187A5F29-E9CF-4EB3-A213-AD472362AFB1}"/>
                </a:ext>
              </a:extLst>
            </p:cNvPr>
            <p:cNvSpPr txBox="1"/>
            <p:nvPr/>
          </p:nvSpPr>
          <p:spPr>
            <a:xfrm>
              <a:off x="1020056" y="5437625"/>
              <a:ext cx="10513168" cy="28803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Wanneer het venster voor opmerkingen is geopend zijn in de rechter bovenhoek twee knopjes zichtbaar.</a:t>
              </a:r>
              <a:br>
                <a:rPr lang="nl-NL" sz="1000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</a:br>
              <a:r>
                <a:rPr lang="nl-NL" sz="1000" b="1">
                  <a:solidFill>
                    <a:srgbClr val="44546A"/>
                  </a:solidFill>
                  <a:ea typeface="Open Sans" panose="020B0606030504020204" pitchFamily="34" charset="0"/>
                  <a:cs typeface="Open Sans" panose="020B0606030504020204" pitchFamily="34" charset="0"/>
                </a:rPr>
                <a:t>Met het linker knopje gaat u naar de vorige opmerking in de presentatie en met het rechter knopje gaat u naar de volgende.</a:t>
              </a:r>
            </a:p>
          </p:txBody>
        </p:sp>
      </p:grpSp>
      <p:pic>
        <p:nvPicPr>
          <p:cNvPr id="23" name="Afbeelding 22">
            <a:extLst>
              <a:ext uri="{FF2B5EF4-FFF2-40B4-BE49-F238E27FC236}">
                <a16:creationId xmlns:a16="http://schemas.microsoft.com/office/drawing/2014/main" id="{F1F51A0F-D8F8-4EFF-9A8D-768629090D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8968" y="5235698"/>
            <a:ext cx="1086516" cy="342308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pic>
        <p:nvPicPr>
          <p:cNvPr id="24" name="Afbeelding 23">
            <a:extLst>
              <a:ext uri="{FF2B5EF4-FFF2-40B4-BE49-F238E27FC236}">
                <a16:creationId xmlns:a16="http://schemas.microsoft.com/office/drawing/2014/main" id="{E485764C-C5AF-4E48-AAE8-FC597546EDEB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48969" y="5727700"/>
            <a:ext cx="599218" cy="338072"/>
          </a:xfrm>
          <a:prstGeom prst="rect">
            <a:avLst/>
          </a:prstGeom>
          <a:ln w="3175">
            <a:solidFill>
              <a:srgbClr val="E7E6E6"/>
            </a:solidFill>
          </a:ln>
        </p:spPr>
      </p:pic>
      <p:sp>
        <p:nvSpPr>
          <p:cNvPr id="25" name="Tijdelijke aanduiding voor tekst 58">
            <a:extLst>
              <a:ext uri="{FF2B5EF4-FFF2-40B4-BE49-F238E27FC236}">
                <a16:creationId xmlns:a16="http://schemas.microsoft.com/office/drawing/2014/main" id="{B1985646-E81E-4957-B2CC-8894AB5E6FB5}"/>
              </a:ext>
            </a:extLst>
          </p:cNvPr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>
              <a:latin typeface="+mn-lt"/>
            </a:endParaRPr>
          </a:p>
        </p:txBody>
      </p:sp>
      <p:cxnSp>
        <p:nvCxnSpPr>
          <p:cNvPr id="26" name="Rechte verbindingslijn 25">
            <a:extLst>
              <a:ext uri="{FF2B5EF4-FFF2-40B4-BE49-F238E27FC236}">
                <a16:creationId xmlns:a16="http://schemas.microsoft.com/office/drawing/2014/main" id="{58684138-372F-48E9-B7E1-240B06E9D5D5}"/>
              </a:ext>
            </a:extLst>
          </p:cNvPr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al 26">
            <a:extLst>
              <a:ext uri="{FF2B5EF4-FFF2-40B4-BE49-F238E27FC236}">
                <a16:creationId xmlns:a16="http://schemas.microsoft.com/office/drawing/2014/main" id="{4475DE2B-F287-4540-9128-84BFA16D5AD5}"/>
              </a:ext>
            </a:extLst>
          </p:cNvPr>
          <p:cNvSpPr/>
          <p:nvPr userDrawn="1"/>
        </p:nvSpPr>
        <p:spPr>
          <a:xfrm>
            <a:off x="706702" y="5258338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A</a:t>
            </a:r>
          </a:p>
        </p:txBody>
      </p:sp>
      <p:sp>
        <p:nvSpPr>
          <p:cNvPr id="28" name="Ovaal 27">
            <a:extLst>
              <a:ext uri="{FF2B5EF4-FFF2-40B4-BE49-F238E27FC236}">
                <a16:creationId xmlns:a16="http://schemas.microsoft.com/office/drawing/2014/main" id="{ACA1C6D5-4835-4AD0-BD3A-9295F029E75B}"/>
              </a:ext>
            </a:extLst>
          </p:cNvPr>
          <p:cNvSpPr/>
          <p:nvPr userDrawn="1"/>
        </p:nvSpPr>
        <p:spPr>
          <a:xfrm>
            <a:off x="706702" y="5749614"/>
            <a:ext cx="288558" cy="288032"/>
          </a:xfrm>
          <a:prstGeom prst="ellipse">
            <a:avLst/>
          </a:prstGeom>
          <a:solidFill>
            <a:srgbClr val="0096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</a:pPr>
            <a:r>
              <a:rPr lang="nl-NL" sz="1000" b="1" cap="all">
                <a:solidFill>
                  <a:schemeClr val="bg1"/>
                </a:solidFill>
                <a:ea typeface="Open Sans" panose="020B0606030504020204" pitchFamily="34" charset="0"/>
                <a:cs typeface="Open Sans" panose="020B0606030504020204" pitchFamily="34" charset="0"/>
              </a:rPr>
              <a:t>B</a:t>
            </a:r>
          </a:p>
        </p:txBody>
      </p:sp>
      <p:cxnSp>
        <p:nvCxnSpPr>
          <p:cNvPr id="29" name="Rechte verbindingslijn 28">
            <a:extLst>
              <a:ext uri="{FF2B5EF4-FFF2-40B4-BE49-F238E27FC236}">
                <a16:creationId xmlns:a16="http://schemas.microsoft.com/office/drawing/2014/main" id="{A9F6F05C-1320-4D33-9FEF-3A6ACA0B215F}"/>
              </a:ext>
            </a:extLst>
          </p:cNvPr>
          <p:cNvCxnSpPr>
            <a:cxnSpLocks/>
          </p:cNvCxnSpPr>
          <p:nvPr userDrawn="1"/>
        </p:nvCxnSpPr>
        <p:spPr>
          <a:xfrm>
            <a:off x="698500" y="2636193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Rechte verbindingslijn 29">
            <a:extLst>
              <a:ext uri="{FF2B5EF4-FFF2-40B4-BE49-F238E27FC236}">
                <a16:creationId xmlns:a16="http://schemas.microsoft.com/office/drawing/2014/main" id="{DFC2F157-26F3-4969-8B80-F6EF53C93B42}"/>
              </a:ext>
            </a:extLst>
          </p:cNvPr>
          <p:cNvCxnSpPr>
            <a:cxnSpLocks/>
          </p:cNvCxnSpPr>
          <p:nvPr userDrawn="1"/>
        </p:nvCxnSpPr>
        <p:spPr>
          <a:xfrm>
            <a:off x="698500" y="3127469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Rechte verbindingslijn 30">
            <a:extLst>
              <a:ext uri="{FF2B5EF4-FFF2-40B4-BE49-F238E27FC236}">
                <a16:creationId xmlns:a16="http://schemas.microsoft.com/office/drawing/2014/main" id="{61F68AA0-30E5-40EE-BD98-0F1CEE6D6F18}"/>
              </a:ext>
            </a:extLst>
          </p:cNvPr>
          <p:cNvCxnSpPr>
            <a:cxnSpLocks/>
          </p:cNvCxnSpPr>
          <p:nvPr userDrawn="1"/>
        </p:nvCxnSpPr>
        <p:spPr>
          <a:xfrm>
            <a:off x="698500" y="3618745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EBDC20EA-15F9-4C61-947D-EB6E0BC056DD}"/>
              </a:ext>
            </a:extLst>
          </p:cNvPr>
          <p:cNvCxnSpPr>
            <a:cxnSpLocks/>
          </p:cNvCxnSpPr>
          <p:nvPr userDrawn="1"/>
        </p:nvCxnSpPr>
        <p:spPr>
          <a:xfrm>
            <a:off x="698500" y="4445304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echte verbindingslijn 32">
            <a:extLst>
              <a:ext uri="{FF2B5EF4-FFF2-40B4-BE49-F238E27FC236}">
                <a16:creationId xmlns:a16="http://schemas.microsoft.com/office/drawing/2014/main" id="{B1267E48-345D-404C-A92D-761EE1D4EAB3}"/>
              </a:ext>
            </a:extLst>
          </p:cNvPr>
          <p:cNvCxnSpPr>
            <a:cxnSpLocks/>
          </p:cNvCxnSpPr>
          <p:nvPr userDrawn="1"/>
        </p:nvCxnSpPr>
        <p:spPr>
          <a:xfrm>
            <a:off x="707612" y="5647992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echte verbindingslijn 33">
            <a:extLst>
              <a:ext uri="{FF2B5EF4-FFF2-40B4-BE49-F238E27FC236}">
                <a16:creationId xmlns:a16="http://schemas.microsoft.com/office/drawing/2014/main" id="{D458CE1D-651B-4ADC-B561-1BC3F3C45D82}"/>
              </a:ext>
            </a:extLst>
          </p:cNvPr>
          <p:cNvCxnSpPr>
            <a:cxnSpLocks/>
          </p:cNvCxnSpPr>
          <p:nvPr userDrawn="1"/>
        </p:nvCxnSpPr>
        <p:spPr>
          <a:xfrm>
            <a:off x="707612" y="6139268"/>
            <a:ext cx="9933177" cy="0"/>
          </a:xfrm>
          <a:prstGeom prst="line">
            <a:avLst/>
          </a:prstGeom>
          <a:ln w="12700" cap="rnd">
            <a:solidFill>
              <a:srgbClr val="D5D5D5"/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kstvak 35">
            <a:extLst>
              <a:ext uri="{FF2B5EF4-FFF2-40B4-BE49-F238E27FC236}">
                <a16:creationId xmlns:a16="http://schemas.microsoft.com/office/drawing/2014/main" id="{505E2C39-D0C8-4180-83C4-69FC98D3B3E7}"/>
              </a:ext>
            </a:extLst>
          </p:cNvPr>
          <p:cNvSpPr txBox="1"/>
          <p:nvPr userDrawn="1"/>
        </p:nvSpPr>
        <p:spPr>
          <a:xfrm>
            <a:off x="693962" y="701501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nl-NL" sz="2400" b="0">
                <a:solidFill>
                  <a:srgbClr val="0096A5"/>
                </a:solidFill>
                <a:latin typeface="+mj-lt"/>
              </a:rPr>
              <a:t>Feedback aanleveren</a:t>
            </a:r>
            <a:endParaRPr lang="en-US" sz="2400" b="0">
              <a:solidFill>
                <a:srgbClr val="0096A5"/>
              </a:solidFill>
              <a:latin typeface="+mj-lt"/>
            </a:endParaRPr>
          </a:p>
        </p:txBody>
      </p:sp>
      <p:sp>
        <p:nvSpPr>
          <p:cNvPr id="39" name="Vrije vorm 308">
            <a:extLst>
              <a:ext uri="{FF2B5EF4-FFF2-40B4-BE49-F238E27FC236}">
                <a16:creationId xmlns:a16="http://schemas.microsoft.com/office/drawing/2014/main" id="{6750858D-5CE8-4E8F-913D-B7E3DD4F2446}"/>
              </a:ext>
            </a:extLst>
          </p:cNvPr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sp>
        <p:nvSpPr>
          <p:cNvPr id="35" name="Rechthoek 34">
            <a:hlinkClick r:id="rId8"/>
            <a:extLst>
              <a:ext uri="{FF2B5EF4-FFF2-40B4-BE49-F238E27FC236}">
                <a16:creationId xmlns:a16="http://schemas.microsoft.com/office/drawing/2014/main" id="{B785C515-30AB-4B34-97F6-6198ACD43D90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4A462FA7-CAC1-4228-B85C-1CAE28159A26}"/>
              </a:ext>
            </a:extLst>
          </p:cNvPr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Feedback aanleveren</a:t>
            </a:r>
          </a:p>
        </p:txBody>
      </p:sp>
    </p:spTree>
    <p:extLst>
      <p:ext uri="{BB962C8B-B14F-4D97-AF65-F5344CB8AC3E}">
        <p14:creationId xmlns:p14="http://schemas.microsoft.com/office/powerpoint/2010/main" val="22009669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Video instruc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hthoek 101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YouTube links</a:t>
            </a:r>
          </a:p>
        </p:txBody>
      </p:sp>
      <p:grpSp>
        <p:nvGrpSpPr>
          <p:cNvPr id="9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10" name="Rechthoek 9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1" name="Rechthoek 10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2" name="Rechthoek 11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3" name="Rechthoek 12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14" name="Rechthoek 13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5" name="Rechthoek 94"/>
            <p:cNvSpPr/>
            <p:nvPr userDrawn="1"/>
          </p:nvSpPr>
          <p:spPr>
            <a:xfrm>
              <a:off x="0" y="2582251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96" name="Rechthoek 95"/>
            <p:cNvSpPr/>
            <p:nvPr userDrawn="1"/>
          </p:nvSpPr>
          <p:spPr>
            <a:xfrm>
              <a:off x="0" y="4795817"/>
              <a:ext cx="12169774" cy="21352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Video instructies – YouTube links</a:t>
            </a:r>
          </a:p>
        </p:txBody>
      </p:sp>
      <p:cxnSp>
        <p:nvCxnSpPr>
          <p:cNvPr id="49" name="Rechte verbindingslijn 48"/>
          <p:cNvCxnSpPr/>
          <p:nvPr userDrawn="1"/>
        </p:nvCxnSpPr>
        <p:spPr>
          <a:xfrm>
            <a:off x="3394123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Rechte verbindingslijn 49"/>
          <p:cNvCxnSpPr/>
          <p:nvPr userDrawn="1"/>
        </p:nvCxnSpPr>
        <p:spPr>
          <a:xfrm>
            <a:off x="6094285" y="1700810"/>
            <a:ext cx="0" cy="4356494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Rechte verbindingslijn 58"/>
          <p:cNvCxnSpPr>
            <a:cxnSpLocks/>
          </p:cNvCxnSpPr>
          <p:nvPr userDrawn="1"/>
        </p:nvCxnSpPr>
        <p:spPr>
          <a:xfrm flipH="1">
            <a:off x="672268" y="3879057"/>
            <a:ext cx="8122180" cy="0"/>
          </a:xfrm>
          <a:prstGeom prst="line">
            <a:avLst/>
          </a:prstGeom>
          <a:ln w="3175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H2">
            <a:hlinkClick r:id="" action="ppaction://noaction"/>
          </p:cNvPr>
          <p:cNvSpPr txBox="1"/>
          <p:nvPr userDrawn="1"/>
        </p:nvSpPr>
        <p:spPr>
          <a:xfrm>
            <a:off x="1031406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noProof="0">
                <a:solidFill>
                  <a:srgbClr val="44546A"/>
                </a:solidFill>
                <a:latin typeface="Oswald" panose="02000503000000000000" pitchFamily="2" charset="0"/>
              </a:rPr>
              <a:t>Werken met Tekst Niveaus</a:t>
            </a:r>
          </a:p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nl-NL" sz="10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https://youtu.be/hM16rifWsjU</a:t>
            </a:r>
          </a:p>
        </p:txBody>
      </p:sp>
      <p:sp>
        <p:nvSpPr>
          <p:cNvPr id="72" name="H2">
            <a:hlinkClick r:id="" action="ppaction://noaction"/>
          </p:cNvPr>
          <p:cNvSpPr txBox="1"/>
          <p:nvPr userDrawn="1"/>
        </p:nvSpPr>
        <p:spPr>
          <a:xfrm>
            <a:off x="3781120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Afbeeldingen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https://youtu.be/09yTK-OTEPA</a:t>
            </a:r>
          </a:p>
        </p:txBody>
      </p:sp>
      <p:sp>
        <p:nvSpPr>
          <p:cNvPr id="73" name="H2">
            <a:hlinkClick r:id="" action="ppaction://noaction"/>
          </p:cNvPr>
          <p:cNvSpPr txBox="1"/>
          <p:nvPr userDrawn="1"/>
        </p:nvSpPr>
        <p:spPr>
          <a:xfrm>
            <a:off x="6481282" y="2742907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Grafieken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https://youtu.be/fbByse1_RSY</a:t>
            </a:r>
          </a:p>
        </p:txBody>
      </p:sp>
      <p:grpSp>
        <p:nvGrpSpPr>
          <p:cNvPr id="79" name="Grafiek icoon"/>
          <p:cNvGrpSpPr/>
          <p:nvPr userDrawn="1"/>
        </p:nvGrpSpPr>
        <p:grpSpPr>
          <a:xfrm>
            <a:off x="7264959" y="2184002"/>
            <a:ext cx="358817" cy="389873"/>
            <a:chOff x="12468049" y="1754144"/>
            <a:chExt cx="339072" cy="369091"/>
          </a:xfrm>
        </p:grpSpPr>
        <p:sp>
          <p:nvSpPr>
            <p:cNvPr id="80" name="Rechthoek 79"/>
            <p:cNvSpPr/>
            <p:nvPr/>
          </p:nvSpPr>
          <p:spPr>
            <a:xfrm>
              <a:off x="12468049" y="1869625"/>
              <a:ext cx="92751" cy="253609"/>
            </a:xfrm>
            <a:prstGeom prst="rect">
              <a:avLst/>
            </a:prstGeom>
            <a:solidFill>
              <a:srgbClr val="4D82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1" name="Rechthoek 80"/>
            <p:cNvSpPr/>
            <p:nvPr/>
          </p:nvSpPr>
          <p:spPr>
            <a:xfrm>
              <a:off x="12590223" y="1754144"/>
              <a:ext cx="92751" cy="369091"/>
            </a:xfrm>
            <a:prstGeom prst="rect">
              <a:avLst/>
            </a:prstGeom>
            <a:solidFill>
              <a:srgbClr val="FFCC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2" name="Rechthoek 81"/>
            <p:cNvSpPr/>
            <p:nvPr/>
          </p:nvSpPr>
          <p:spPr>
            <a:xfrm>
              <a:off x="12714370" y="1836322"/>
              <a:ext cx="92751" cy="286913"/>
            </a:xfrm>
            <a:prstGeom prst="rect">
              <a:avLst/>
            </a:prstGeom>
            <a:solidFill>
              <a:srgbClr val="8080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83" name="H2">
            <a:hlinkClick r:id="" action="ppaction://noaction"/>
          </p:cNvPr>
          <p:cNvSpPr txBox="1"/>
          <p:nvPr userDrawn="1"/>
        </p:nvSpPr>
        <p:spPr>
          <a:xfrm>
            <a:off x="1066304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Tabellen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https://youtu.be/IIjbiKAotek</a:t>
            </a:r>
          </a:p>
        </p:txBody>
      </p:sp>
      <p:sp>
        <p:nvSpPr>
          <p:cNvPr id="84" name="H2">
            <a:hlinkClick r:id="" action="ppaction://noaction"/>
          </p:cNvPr>
          <p:cNvSpPr txBox="1"/>
          <p:nvPr userDrawn="1"/>
        </p:nvSpPr>
        <p:spPr>
          <a:xfrm>
            <a:off x="3816019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rgbClr val="0096A5"/>
                </a:solidFill>
                <a:latin typeface="Oswald" panose="02000503000000000000" pitchFamily="2" charset="0"/>
              </a:rPr>
              <a:t>Instructie:</a:t>
            </a:r>
            <a:br>
              <a:rPr lang="nl-NL" sz="1200" noProof="0">
                <a:solidFill>
                  <a:schemeClr val="tx2"/>
                </a:solidFill>
                <a:latin typeface="Oswald" panose="02000503000000000000" pitchFamily="2" charset="0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Werken met Video’s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https://youtu.be/H_4HH09zxC0</a:t>
            </a:r>
          </a:p>
        </p:txBody>
      </p:sp>
      <p:sp>
        <p:nvSpPr>
          <p:cNvPr id="85" name="H2">
            <a:hlinkClick r:id="" action="ppaction://noaction"/>
          </p:cNvPr>
          <p:cNvSpPr txBox="1"/>
          <p:nvPr userDrawn="1"/>
        </p:nvSpPr>
        <p:spPr>
          <a:xfrm>
            <a:off x="6516180" y="4962341"/>
            <a:ext cx="1970671" cy="710156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/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endParaRPr lang="nl-NL" sz="1200" noProof="0">
              <a:solidFill>
                <a:schemeClr val="tx2"/>
              </a:solidFill>
              <a:latin typeface="+mj-lt"/>
            </a:endParaRPr>
          </a:p>
          <a:p>
            <a:pPr algn="ctr" defTabSz="1217512">
              <a:spcBef>
                <a:spcPts val="600"/>
              </a:spcBef>
              <a:spcAft>
                <a:spcPts val="600"/>
              </a:spcAft>
            </a:pPr>
            <a:r>
              <a:rPr lang="nl-NL" sz="1200" noProof="0">
                <a:solidFill>
                  <a:schemeClr val="accent2"/>
                </a:solidFill>
                <a:latin typeface="+mj-lt"/>
              </a:rPr>
              <a:t> </a:t>
            </a:r>
            <a:br>
              <a:rPr lang="nl-NL" sz="1200" noProof="0">
                <a:solidFill>
                  <a:schemeClr val="tx2"/>
                </a:solidFill>
                <a:latin typeface="+mj-lt"/>
              </a:rPr>
            </a:br>
            <a:r>
              <a:rPr lang="nl-NL" sz="1200" kern="1200" noProof="0">
                <a:solidFill>
                  <a:srgbClr val="44546A"/>
                </a:solidFill>
                <a:latin typeface="Oswald" panose="02000503000000000000" pitchFamily="2" charset="0"/>
                <a:ea typeface="+mn-ea"/>
                <a:cs typeface="+mn-cs"/>
              </a:rPr>
              <a:t>Meer Tips &amp; Tricks</a:t>
            </a:r>
          </a:p>
          <a:p>
            <a:pPr marL="0" algn="ctr" defTabSz="1217512" rtl="0" eaLnBrk="1" latinLnBrk="0" hangingPunct="1">
              <a:spcBef>
                <a:spcPts val="600"/>
              </a:spcBef>
              <a:spcAft>
                <a:spcPts val="600"/>
              </a:spcAft>
            </a:pPr>
            <a:r>
              <a:rPr lang="nl-NL" sz="1000" kern="1200" noProof="0">
                <a:solidFill>
                  <a:srgbClr val="44546A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www.pptsolutions.nl</a:t>
            </a:r>
          </a:p>
        </p:txBody>
      </p:sp>
      <p:grpSp>
        <p:nvGrpSpPr>
          <p:cNvPr id="86" name="Tabel icoon"/>
          <p:cNvGrpSpPr/>
          <p:nvPr userDrawn="1"/>
        </p:nvGrpSpPr>
        <p:grpSpPr>
          <a:xfrm>
            <a:off x="1808088" y="4385924"/>
            <a:ext cx="447825" cy="403759"/>
            <a:chOff x="6072040" y="3376043"/>
            <a:chExt cx="1227920" cy="1109109"/>
          </a:xfrm>
        </p:grpSpPr>
        <p:sp>
          <p:nvSpPr>
            <p:cNvPr id="87" name="Rechthoek 86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88" name="Rechthoek 87"/>
            <p:cNvSpPr/>
            <p:nvPr userDrawn="1"/>
          </p:nvSpPr>
          <p:spPr>
            <a:xfrm>
              <a:off x="6090829" y="3393962"/>
              <a:ext cx="1209131" cy="218971"/>
            </a:xfrm>
            <a:prstGeom prst="rect">
              <a:avLst/>
            </a:pr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cxnSp>
          <p:nvCxnSpPr>
            <p:cNvPr id="89" name="Rechte verbindingslijn 88"/>
            <p:cNvCxnSpPr/>
            <p:nvPr userDrawn="1"/>
          </p:nvCxnSpPr>
          <p:spPr>
            <a:xfrm>
              <a:off x="6493304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Rechte verbindingslijn 89"/>
            <p:cNvCxnSpPr/>
            <p:nvPr userDrawn="1"/>
          </p:nvCxnSpPr>
          <p:spPr>
            <a:xfrm>
              <a:off x="6883025" y="3605313"/>
              <a:ext cx="0" cy="872219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Rechte verbindingslijn 90"/>
            <p:cNvCxnSpPr/>
            <p:nvPr userDrawn="1"/>
          </p:nvCxnSpPr>
          <p:spPr>
            <a:xfrm flipH="1">
              <a:off x="6090561" y="38271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Rechte verbindingslijn 91"/>
            <p:cNvCxnSpPr/>
            <p:nvPr userDrawn="1"/>
          </p:nvCxnSpPr>
          <p:spPr>
            <a:xfrm flipH="1">
              <a:off x="6090561" y="405570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Rechte verbindingslijn 92"/>
            <p:cNvCxnSpPr/>
            <p:nvPr userDrawn="1"/>
          </p:nvCxnSpPr>
          <p:spPr>
            <a:xfrm flipH="1">
              <a:off x="6090561" y="4276688"/>
              <a:ext cx="1209399" cy="0"/>
            </a:xfrm>
            <a:prstGeom prst="line">
              <a:avLst/>
            </a:prstGeom>
            <a:ln w="12700">
              <a:solidFill>
                <a:srgbClr val="B5B5B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Rechthoek 93"/>
            <p:cNvSpPr/>
            <p:nvPr userDrawn="1"/>
          </p:nvSpPr>
          <p:spPr>
            <a:xfrm>
              <a:off x="6072040" y="3376043"/>
              <a:ext cx="1227920" cy="1109109"/>
            </a:xfrm>
            <a:prstGeom prst="rect">
              <a:avLst/>
            </a:prstGeom>
            <a:noFill/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grpSp>
        <p:nvGrpSpPr>
          <p:cNvPr id="97" name="Video icoon"/>
          <p:cNvGrpSpPr/>
          <p:nvPr userDrawn="1"/>
        </p:nvGrpSpPr>
        <p:grpSpPr>
          <a:xfrm>
            <a:off x="4603376" y="4392447"/>
            <a:ext cx="401285" cy="403079"/>
            <a:chOff x="8066315" y="1676399"/>
            <a:chExt cx="1371600" cy="1380253"/>
          </a:xfrm>
        </p:grpSpPr>
        <p:sp>
          <p:nvSpPr>
            <p:cNvPr id="98" name="Rechthoek 97"/>
            <p:cNvSpPr/>
            <p:nvPr userDrawn="1"/>
          </p:nvSpPr>
          <p:spPr>
            <a:xfrm>
              <a:off x="8066315" y="1687286"/>
              <a:ext cx="1360714" cy="136071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6C6C6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99" name="Vrije vorm 112"/>
            <p:cNvSpPr/>
            <p:nvPr userDrawn="1"/>
          </p:nvSpPr>
          <p:spPr>
            <a:xfrm>
              <a:off x="8077201" y="1676399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  <p:sp>
          <p:nvSpPr>
            <p:cNvPr id="100" name="Vrije vorm 113"/>
            <p:cNvSpPr/>
            <p:nvPr userDrawn="1"/>
          </p:nvSpPr>
          <p:spPr>
            <a:xfrm>
              <a:off x="8071339" y="2849823"/>
              <a:ext cx="1360714" cy="206829"/>
            </a:xfrm>
            <a:custGeom>
              <a:avLst/>
              <a:gdLst>
                <a:gd name="connsiteX0" fmla="*/ 1186901 w 1360714"/>
                <a:gd name="connsiteY0" fmla="*/ 41746 h 206829"/>
                <a:gd name="connsiteX1" fmla="*/ 1186901 w 1360714"/>
                <a:gd name="connsiteY1" fmla="*/ 175847 h 206829"/>
                <a:gd name="connsiteX2" fmla="*/ 1315854 w 1360714"/>
                <a:gd name="connsiteY2" fmla="*/ 175847 h 206829"/>
                <a:gd name="connsiteX3" fmla="*/ 1315854 w 1360714"/>
                <a:gd name="connsiteY3" fmla="*/ 41746 h 206829"/>
                <a:gd name="connsiteX4" fmla="*/ 958249 w 1360714"/>
                <a:gd name="connsiteY4" fmla="*/ 41746 h 206829"/>
                <a:gd name="connsiteX5" fmla="*/ 958249 w 1360714"/>
                <a:gd name="connsiteY5" fmla="*/ 175847 h 206829"/>
                <a:gd name="connsiteX6" fmla="*/ 1087202 w 1360714"/>
                <a:gd name="connsiteY6" fmla="*/ 175847 h 206829"/>
                <a:gd name="connsiteX7" fmla="*/ 1087202 w 1360714"/>
                <a:gd name="connsiteY7" fmla="*/ 41746 h 206829"/>
                <a:gd name="connsiteX8" fmla="*/ 729440 w 1360714"/>
                <a:gd name="connsiteY8" fmla="*/ 41746 h 206829"/>
                <a:gd name="connsiteX9" fmla="*/ 729440 w 1360714"/>
                <a:gd name="connsiteY9" fmla="*/ 175847 h 206829"/>
                <a:gd name="connsiteX10" fmla="*/ 858393 w 1360714"/>
                <a:gd name="connsiteY10" fmla="*/ 175847 h 206829"/>
                <a:gd name="connsiteX11" fmla="*/ 858393 w 1360714"/>
                <a:gd name="connsiteY11" fmla="*/ 41746 h 206829"/>
                <a:gd name="connsiteX12" fmla="*/ 493889 w 1360714"/>
                <a:gd name="connsiteY12" fmla="*/ 41746 h 206829"/>
                <a:gd name="connsiteX13" fmla="*/ 493889 w 1360714"/>
                <a:gd name="connsiteY13" fmla="*/ 175847 h 206829"/>
                <a:gd name="connsiteX14" fmla="*/ 622842 w 1360714"/>
                <a:gd name="connsiteY14" fmla="*/ 175847 h 206829"/>
                <a:gd name="connsiteX15" fmla="*/ 622842 w 1360714"/>
                <a:gd name="connsiteY15" fmla="*/ 41746 h 206829"/>
                <a:gd name="connsiteX16" fmla="*/ 260368 w 1360714"/>
                <a:gd name="connsiteY16" fmla="*/ 41746 h 206829"/>
                <a:gd name="connsiteX17" fmla="*/ 260368 w 1360714"/>
                <a:gd name="connsiteY17" fmla="*/ 175847 h 206829"/>
                <a:gd name="connsiteX18" fmla="*/ 389321 w 1360714"/>
                <a:gd name="connsiteY18" fmla="*/ 175847 h 206829"/>
                <a:gd name="connsiteX19" fmla="*/ 389321 w 1360714"/>
                <a:gd name="connsiteY19" fmla="*/ 41746 h 206829"/>
                <a:gd name="connsiteX20" fmla="*/ 35169 w 1360714"/>
                <a:gd name="connsiteY20" fmla="*/ 41746 h 206829"/>
                <a:gd name="connsiteX21" fmla="*/ 35169 w 1360714"/>
                <a:gd name="connsiteY21" fmla="*/ 175847 h 206829"/>
                <a:gd name="connsiteX22" fmla="*/ 164122 w 1360714"/>
                <a:gd name="connsiteY22" fmla="*/ 175847 h 206829"/>
                <a:gd name="connsiteX23" fmla="*/ 164122 w 1360714"/>
                <a:gd name="connsiteY23" fmla="*/ 41746 h 206829"/>
                <a:gd name="connsiteX24" fmla="*/ 0 w 1360714"/>
                <a:gd name="connsiteY24" fmla="*/ 0 h 206829"/>
                <a:gd name="connsiteX25" fmla="*/ 1360714 w 1360714"/>
                <a:gd name="connsiteY25" fmla="*/ 0 h 206829"/>
                <a:gd name="connsiteX26" fmla="*/ 1360714 w 1360714"/>
                <a:gd name="connsiteY26" fmla="*/ 206829 h 206829"/>
                <a:gd name="connsiteX27" fmla="*/ 0 w 1360714"/>
                <a:gd name="connsiteY27" fmla="*/ 206829 h 20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60714" h="206829">
                  <a:moveTo>
                    <a:pt x="1186901" y="41746"/>
                  </a:moveTo>
                  <a:lnTo>
                    <a:pt x="1186901" y="175847"/>
                  </a:lnTo>
                  <a:lnTo>
                    <a:pt x="1315854" y="175847"/>
                  </a:lnTo>
                  <a:lnTo>
                    <a:pt x="1315854" y="41746"/>
                  </a:lnTo>
                  <a:close/>
                  <a:moveTo>
                    <a:pt x="958249" y="41746"/>
                  </a:moveTo>
                  <a:lnTo>
                    <a:pt x="958249" y="175847"/>
                  </a:lnTo>
                  <a:lnTo>
                    <a:pt x="1087202" y="175847"/>
                  </a:lnTo>
                  <a:lnTo>
                    <a:pt x="1087202" y="41746"/>
                  </a:lnTo>
                  <a:close/>
                  <a:moveTo>
                    <a:pt x="729440" y="41746"/>
                  </a:moveTo>
                  <a:lnTo>
                    <a:pt x="729440" y="175847"/>
                  </a:lnTo>
                  <a:lnTo>
                    <a:pt x="858393" y="175847"/>
                  </a:lnTo>
                  <a:lnTo>
                    <a:pt x="858393" y="41746"/>
                  </a:lnTo>
                  <a:close/>
                  <a:moveTo>
                    <a:pt x="493889" y="41746"/>
                  </a:moveTo>
                  <a:lnTo>
                    <a:pt x="493889" y="175847"/>
                  </a:lnTo>
                  <a:lnTo>
                    <a:pt x="622842" y="175847"/>
                  </a:lnTo>
                  <a:lnTo>
                    <a:pt x="622842" y="41746"/>
                  </a:lnTo>
                  <a:close/>
                  <a:moveTo>
                    <a:pt x="260368" y="41746"/>
                  </a:moveTo>
                  <a:lnTo>
                    <a:pt x="260368" y="175847"/>
                  </a:lnTo>
                  <a:lnTo>
                    <a:pt x="389321" y="175847"/>
                  </a:lnTo>
                  <a:lnTo>
                    <a:pt x="389321" y="41746"/>
                  </a:lnTo>
                  <a:close/>
                  <a:moveTo>
                    <a:pt x="35169" y="41746"/>
                  </a:moveTo>
                  <a:lnTo>
                    <a:pt x="35169" y="175847"/>
                  </a:lnTo>
                  <a:lnTo>
                    <a:pt x="164122" y="175847"/>
                  </a:lnTo>
                  <a:lnTo>
                    <a:pt x="164122" y="41746"/>
                  </a:lnTo>
                  <a:close/>
                  <a:moveTo>
                    <a:pt x="0" y="0"/>
                  </a:moveTo>
                  <a:lnTo>
                    <a:pt x="1360714" y="0"/>
                  </a:lnTo>
                  <a:lnTo>
                    <a:pt x="1360714" y="206829"/>
                  </a:lnTo>
                  <a:lnTo>
                    <a:pt x="0" y="206829"/>
                  </a:lnTo>
                  <a:close/>
                </a:path>
              </a:pathLst>
            </a:custGeom>
            <a:solidFill>
              <a:srgbClr val="6C6C6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1800" noProof="0"/>
            </a:p>
          </p:txBody>
        </p:sp>
      </p:grpSp>
      <p:sp>
        <p:nvSpPr>
          <p:cNvPr id="101" name="Freeform 17"/>
          <p:cNvSpPr>
            <a:spLocks noEditPoints="1"/>
          </p:cNvSpPr>
          <p:nvPr userDrawn="1"/>
        </p:nvSpPr>
        <p:spPr bwMode="auto">
          <a:xfrm>
            <a:off x="7294860" y="4392446"/>
            <a:ext cx="409961" cy="409214"/>
          </a:xfrm>
          <a:custGeom>
            <a:avLst/>
            <a:gdLst>
              <a:gd name="T0" fmla="*/ 281 w 445"/>
              <a:gd name="T1" fmla="*/ 374 h 445"/>
              <a:gd name="T2" fmla="*/ 320 w 445"/>
              <a:gd name="T3" fmla="*/ 366 h 445"/>
              <a:gd name="T4" fmla="*/ 297 w 445"/>
              <a:gd name="T5" fmla="*/ 330 h 445"/>
              <a:gd name="T6" fmla="*/ 98 w 445"/>
              <a:gd name="T7" fmla="*/ 344 h 445"/>
              <a:gd name="T8" fmla="*/ 175 w 445"/>
              <a:gd name="T9" fmla="*/ 390 h 445"/>
              <a:gd name="T10" fmla="*/ 147 w 445"/>
              <a:gd name="T11" fmla="*/ 329 h 445"/>
              <a:gd name="T12" fmla="*/ 171 w 445"/>
              <a:gd name="T13" fmla="*/ 324 h 445"/>
              <a:gd name="T14" fmla="*/ 200 w 445"/>
              <a:gd name="T15" fmla="*/ 384 h 445"/>
              <a:gd name="T16" fmla="*/ 234 w 445"/>
              <a:gd name="T17" fmla="*/ 392 h 445"/>
              <a:gd name="T18" fmla="*/ 265 w 445"/>
              <a:gd name="T19" fmla="*/ 349 h 445"/>
              <a:gd name="T20" fmla="*/ 310 w 445"/>
              <a:gd name="T21" fmla="*/ 232 h 445"/>
              <a:gd name="T22" fmla="*/ 306 w 445"/>
              <a:gd name="T23" fmla="*/ 290 h 445"/>
              <a:gd name="T24" fmla="*/ 358 w 445"/>
              <a:gd name="T25" fmla="*/ 330 h 445"/>
              <a:gd name="T26" fmla="*/ 393 w 445"/>
              <a:gd name="T27" fmla="*/ 260 h 445"/>
              <a:gd name="T28" fmla="*/ 159 w 445"/>
              <a:gd name="T29" fmla="*/ 232 h 445"/>
              <a:gd name="T30" fmla="*/ 201 w 445"/>
              <a:gd name="T31" fmla="*/ 295 h 445"/>
              <a:gd name="T32" fmla="*/ 284 w 445"/>
              <a:gd name="T33" fmla="*/ 268 h 445"/>
              <a:gd name="T34" fmla="*/ 48 w 445"/>
              <a:gd name="T35" fmla="*/ 232 h 445"/>
              <a:gd name="T36" fmla="*/ 62 w 445"/>
              <a:gd name="T37" fmla="*/ 292 h 445"/>
              <a:gd name="T38" fmla="*/ 98 w 445"/>
              <a:gd name="T39" fmla="*/ 317 h 445"/>
              <a:gd name="T40" fmla="*/ 139 w 445"/>
              <a:gd name="T41" fmla="*/ 281 h 445"/>
              <a:gd name="T42" fmla="*/ 48 w 445"/>
              <a:gd name="T43" fmla="*/ 232 h 445"/>
              <a:gd name="T44" fmla="*/ 223 w 445"/>
              <a:gd name="T45" fmla="*/ 148 h 445"/>
              <a:gd name="T46" fmla="*/ 162 w 445"/>
              <a:gd name="T47" fmla="*/ 173 h 445"/>
              <a:gd name="T48" fmla="*/ 284 w 445"/>
              <a:gd name="T49" fmla="*/ 173 h 445"/>
              <a:gd name="T50" fmla="*/ 69 w 445"/>
              <a:gd name="T51" fmla="*/ 138 h 445"/>
              <a:gd name="T52" fmla="*/ 48 w 445"/>
              <a:gd name="T53" fmla="*/ 208 h 445"/>
              <a:gd name="T54" fmla="*/ 143 w 445"/>
              <a:gd name="T55" fmla="*/ 137 h 445"/>
              <a:gd name="T56" fmla="*/ 82 w 445"/>
              <a:gd name="T57" fmla="*/ 117 h 445"/>
              <a:gd name="T58" fmla="*/ 302 w 445"/>
              <a:gd name="T59" fmla="*/ 136 h 445"/>
              <a:gd name="T60" fmla="*/ 396 w 445"/>
              <a:gd name="T61" fmla="*/ 208 h 445"/>
              <a:gd name="T62" fmla="*/ 373 w 445"/>
              <a:gd name="T63" fmla="*/ 133 h 445"/>
              <a:gd name="T64" fmla="*/ 281 w 445"/>
              <a:gd name="T65" fmla="*/ 71 h 445"/>
              <a:gd name="T66" fmla="*/ 319 w 445"/>
              <a:gd name="T67" fmla="*/ 105 h 445"/>
              <a:gd name="T68" fmla="*/ 296 w 445"/>
              <a:gd name="T69" fmla="*/ 64 h 445"/>
              <a:gd name="T70" fmla="*/ 146 w 445"/>
              <a:gd name="T71" fmla="*/ 65 h 445"/>
              <a:gd name="T72" fmla="*/ 121 w 445"/>
              <a:gd name="T73" fmla="*/ 108 h 445"/>
              <a:gd name="T74" fmla="*/ 165 w 445"/>
              <a:gd name="T75" fmla="*/ 72 h 445"/>
              <a:gd name="T76" fmla="*/ 212 w 445"/>
              <a:gd name="T77" fmla="*/ 52 h 445"/>
              <a:gd name="T78" fmla="*/ 180 w 445"/>
              <a:gd name="T79" fmla="*/ 96 h 445"/>
              <a:gd name="T80" fmla="*/ 238 w 445"/>
              <a:gd name="T81" fmla="*/ 124 h 445"/>
              <a:gd name="T82" fmla="*/ 255 w 445"/>
              <a:gd name="T83" fmla="*/ 75 h 445"/>
              <a:gd name="T84" fmla="*/ 223 w 445"/>
              <a:gd name="T85" fmla="*/ 49 h 445"/>
              <a:gd name="T86" fmla="*/ 293 w 445"/>
              <a:gd name="T87" fmla="*/ 11 h 445"/>
              <a:gd name="T88" fmla="*/ 380 w 445"/>
              <a:gd name="T89" fmla="*/ 65 h 445"/>
              <a:gd name="T90" fmla="*/ 433 w 445"/>
              <a:gd name="T91" fmla="*/ 151 h 445"/>
              <a:gd name="T92" fmla="*/ 442 w 445"/>
              <a:gd name="T93" fmla="*/ 258 h 445"/>
              <a:gd name="T94" fmla="*/ 402 w 445"/>
              <a:gd name="T95" fmla="*/ 353 h 445"/>
              <a:gd name="T96" fmla="*/ 325 w 445"/>
              <a:gd name="T97" fmla="*/ 420 h 445"/>
              <a:gd name="T98" fmla="*/ 223 w 445"/>
              <a:gd name="T99" fmla="*/ 445 h 445"/>
              <a:gd name="T100" fmla="*/ 120 w 445"/>
              <a:gd name="T101" fmla="*/ 420 h 445"/>
              <a:gd name="T102" fmla="*/ 43 w 445"/>
              <a:gd name="T103" fmla="*/ 353 h 445"/>
              <a:gd name="T104" fmla="*/ 2 w 445"/>
              <a:gd name="T105" fmla="*/ 258 h 445"/>
              <a:gd name="T106" fmla="*/ 11 w 445"/>
              <a:gd name="T107" fmla="*/ 151 h 445"/>
              <a:gd name="T108" fmla="*/ 66 w 445"/>
              <a:gd name="T109" fmla="*/ 65 h 445"/>
              <a:gd name="T110" fmla="*/ 152 w 445"/>
              <a:gd name="T111" fmla="*/ 11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45" h="445">
                <a:moveTo>
                  <a:pt x="297" y="330"/>
                </a:moveTo>
                <a:lnTo>
                  <a:pt x="289" y="353"/>
                </a:lnTo>
                <a:lnTo>
                  <a:pt x="281" y="374"/>
                </a:lnTo>
                <a:lnTo>
                  <a:pt x="270" y="390"/>
                </a:lnTo>
                <a:lnTo>
                  <a:pt x="296" y="380"/>
                </a:lnTo>
                <a:lnTo>
                  <a:pt x="320" y="366"/>
                </a:lnTo>
                <a:lnTo>
                  <a:pt x="342" y="350"/>
                </a:lnTo>
                <a:lnTo>
                  <a:pt x="319" y="339"/>
                </a:lnTo>
                <a:lnTo>
                  <a:pt x="297" y="330"/>
                </a:lnTo>
                <a:close/>
                <a:moveTo>
                  <a:pt x="147" y="329"/>
                </a:moveTo>
                <a:lnTo>
                  <a:pt x="120" y="337"/>
                </a:lnTo>
                <a:lnTo>
                  <a:pt x="98" y="344"/>
                </a:lnTo>
                <a:lnTo>
                  <a:pt x="121" y="364"/>
                </a:lnTo>
                <a:lnTo>
                  <a:pt x="146" y="379"/>
                </a:lnTo>
                <a:lnTo>
                  <a:pt x="175" y="390"/>
                </a:lnTo>
                <a:lnTo>
                  <a:pt x="165" y="373"/>
                </a:lnTo>
                <a:lnTo>
                  <a:pt x="155" y="352"/>
                </a:lnTo>
                <a:lnTo>
                  <a:pt x="147" y="329"/>
                </a:lnTo>
                <a:close/>
                <a:moveTo>
                  <a:pt x="238" y="320"/>
                </a:moveTo>
                <a:lnTo>
                  <a:pt x="203" y="320"/>
                </a:lnTo>
                <a:lnTo>
                  <a:pt x="171" y="324"/>
                </a:lnTo>
                <a:lnTo>
                  <a:pt x="180" y="349"/>
                </a:lnTo>
                <a:lnTo>
                  <a:pt x="190" y="368"/>
                </a:lnTo>
                <a:lnTo>
                  <a:pt x="200" y="384"/>
                </a:lnTo>
                <a:lnTo>
                  <a:pt x="212" y="392"/>
                </a:lnTo>
                <a:lnTo>
                  <a:pt x="223" y="396"/>
                </a:lnTo>
                <a:lnTo>
                  <a:pt x="234" y="392"/>
                </a:lnTo>
                <a:lnTo>
                  <a:pt x="245" y="384"/>
                </a:lnTo>
                <a:lnTo>
                  <a:pt x="255" y="368"/>
                </a:lnTo>
                <a:lnTo>
                  <a:pt x="265" y="349"/>
                </a:lnTo>
                <a:lnTo>
                  <a:pt x="273" y="325"/>
                </a:lnTo>
                <a:lnTo>
                  <a:pt x="238" y="320"/>
                </a:lnTo>
                <a:close/>
                <a:moveTo>
                  <a:pt x="310" y="232"/>
                </a:moveTo>
                <a:lnTo>
                  <a:pt x="309" y="254"/>
                </a:lnTo>
                <a:lnTo>
                  <a:pt x="308" y="272"/>
                </a:lnTo>
                <a:lnTo>
                  <a:pt x="306" y="290"/>
                </a:lnTo>
                <a:lnTo>
                  <a:pt x="302" y="306"/>
                </a:lnTo>
                <a:lnTo>
                  <a:pt x="331" y="316"/>
                </a:lnTo>
                <a:lnTo>
                  <a:pt x="358" y="330"/>
                </a:lnTo>
                <a:lnTo>
                  <a:pt x="373" y="308"/>
                </a:lnTo>
                <a:lnTo>
                  <a:pt x="385" y="285"/>
                </a:lnTo>
                <a:lnTo>
                  <a:pt x="393" y="260"/>
                </a:lnTo>
                <a:lnTo>
                  <a:pt x="396" y="232"/>
                </a:lnTo>
                <a:lnTo>
                  <a:pt x="310" y="232"/>
                </a:lnTo>
                <a:close/>
                <a:moveTo>
                  <a:pt x="159" y="232"/>
                </a:moveTo>
                <a:lnTo>
                  <a:pt x="162" y="267"/>
                </a:lnTo>
                <a:lnTo>
                  <a:pt x="166" y="299"/>
                </a:lnTo>
                <a:lnTo>
                  <a:pt x="201" y="295"/>
                </a:lnTo>
                <a:lnTo>
                  <a:pt x="239" y="295"/>
                </a:lnTo>
                <a:lnTo>
                  <a:pt x="278" y="301"/>
                </a:lnTo>
                <a:lnTo>
                  <a:pt x="284" y="268"/>
                </a:lnTo>
                <a:lnTo>
                  <a:pt x="286" y="232"/>
                </a:lnTo>
                <a:lnTo>
                  <a:pt x="159" y="232"/>
                </a:lnTo>
                <a:close/>
                <a:moveTo>
                  <a:pt x="48" y="232"/>
                </a:moveTo>
                <a:lnTo>
                  <a:pt x="50" y="255"/>
                </a:lnTo>
                <a:lnTo>
                  <a:pt x="56" y="275"/>
                </a:lnTo>
                <a:lnTo>
                  <a:pt x="62" y="292"/>
                </a:lnTo>
                <a:lnTo>
                  <a:pt x="71" y="308"/>
                </a:lnTo>
                <a:lnTo>
                  <a:pt x="82" y="324"/>
                </a:lnTo>
                <a:lnTo>
                  <a:pt x="98" y="317"/>
                </a:lnTo>
                <a:lnTo>
                  <a:pt x="119" y="311"/>
                </a:lnTo>
                <a:lnTo>
                  <a:pt x="142" y="304"/>
                </a:lnTo>
                <a:lnTo>
                  <a:pt x="139" y="281"/>
                </a:lnTo>
                <a:lnTo>
                  <a:pt x="137" y="257"/>
                </a:lnTo>
                <a:lnTo>
                  <a:pt x="135" y="232"/>
                </a:lnTo>
                <a:lnTo>
                  <a:pt x="48" y="232"/>
                </a:lnTo>
                <a:close/>
                <a:moveTo>
                  <a:pt x="278" y="141"/>
                </a:moveTo>
                <a:lnTo>
                  <a:pt x="250" y="146"/>
                </a:lnTo>
                <a:lnTo>
                  <a:pt x="223" y="148"/>
                </a:lnTo>
                <a:lnTo>
                  <a:pt x="193" y="146"/>
                </a:lnTo>
                <a:lnTo>
                  <a:pt x="166" y="143"/>
                </a:lnTo>
                <a:lnTo>
                  <a:pt x="162" y="173"/>
                </a:lnTo>
                <a:lnTo>
                  <a:pt x="159" y="208"/>
                </a:lnTo>
                <a:lnTo>
                  <a:pt x="286" y="208"/>
                </a:lnTo>
                <a:lnTo>
                  <a:pt x="284" y="173"/>
                </a:lnTo>
                <a:lnTo>
                  <a:pt x="278" y="141"/>
                </a:lnTo>
                <a:close/>
                <a:moveTo>
                  <a:pt x="82" y="117"/>
                </a:moveTo>
                <a:lnTo>
                  <a:pt x="69" y="138"/>
                </a:lnTo>
                <a:lnTo>
                  <a:pt x="59" y="160"/>
                </a:lnTo>
                <a:lnTo>
                  <a:pt x="51" y="184"/>
                </a:lnTo>
                <a:lnTo>
                  <a:pt x="48" y="208"/>
                </a:lnTo>
                <a:lnTo>
                  <a:pt x="135" y="208"/>
                </a:lnTo>
                <a:lnTo>
                  <a:pt x="138" y="172"/>
                </a:lnTo>
                <a:lnTo>
                  <a:pt x="143" y="137"/>
                </a:lnTo>
                <a:lnTo>
                  <a:pt x="119" y="131"/>
                </a:lnTo>
                <a:lnTo>
                  <a:pt x="99" y="124"/>
                </a:lnTo>
                <a:lnTo>
                  <a:pt x="82" y="117"/>
                </a:lnTo>
                <a:close/>
                <a:moveTo>
                  <a:pt x="358" y="111"/>
                </a:moveTo>
                <a:lnTo>
                  <a:pt x="331" y="125"/>
                </a:lnTo>
                <a:lnTo>
                  <a:pt x="302" y="136"/>
                </a:lnTo>
                <a:lnTo>
                  <a:pt x="308" y="171"/>
                </a:lnTo>
                <a:lnTo>
                  <a:pt x="310" y="208"/>
                </a:lnTo>
                <a:lnTo>
                  <a:pt x="396" y="208"/>
                </a:lnTo>
                <a:lnTo>
                  <a:pt x="393" y="183"/>
                </a:lnTo>
                <a:lnTo>
                  <a:pt x="385" y="158"/>
                </a:lnTo>
                <a:lnTo>
                  <a:pt x="373" y="133"/>
                </a:lnTo>
                <a:lnTo>
                  <a:pt x="358" y="111"/>
                </a:lnTo>
                <a:close/>
                <a:moveTo>
                  <a:pt x="270" y="54"/>
                </a:moveTo>
                <a:lnTo>
                  <a:pt x="281" y="71"/>
                </a:lnTo>
                <a:lnTo>
                  <a:pt x="289" y="90"/>
                </a:lnTo>
                <a:lnTo>
                  <a:pt x="297" y="113"/>
                </a:lnTo>
                <a:lnTo>
                  <a:pt x="319" y="105"/>
                </a:lnTo>
                <a:lnTo>
                  <a:pt x="342" y="95"/>
                </a:lnTo>
                <a:lnTo>
                  <a:pt x="320" y="77"/>
                </a:lnTo>
                <a:lnTo>
                  <a:pt x="296" y="64"/>
                </a:lnTo>
                <a:lnTo>
                  <a:pt x="270" y="54"/>
                </a:lnTo>
                <a:close/>
                <a:moveTo>
                  <a:pt x="175" y="54"/>
                </a:moveTo>
                <a:lnTo>
                  <a:pt x="146" y="65"/>
                </a:lnTo>
                <a:lnTo>
                  <a:pt x="121" y="80"/>
                </a:lnTo>
                <a:lnTo>
                  <a:pt x="98" y="99"/>
                </a:lnTo>
                <a:lnTo>
                  <a:pt x="121" y="108"/>
                </a:lnTo>
                <a:lnTo>
                  <a:pt x="149" y="115"/>
                </a:lnTo>
                <a:lnTo>
                  <a:pt x="155" y="91"/>
                </a:lnTo>
                <a:lnTo>
                  <a:pt x="165" y="72"/>
                </a:lnTo>
                <a:lnTo>
                  <a:pt x="175" y="54"/>
                </a:lnTo>
                <a:close/>
                <a:moveTo>
                  <a:pt x="223" y="49"/>
                </a:moveTo>
                <a:lnTo>
                  <a:pt x="212" y="52"/>
                </a:lnTo>
                <a:lnTo>
                  <a:pt x="200" y="61"/>
                </a:lnTo>
                <a:lnTo>
                  <a:pt x="190" y="75"/>
                </a:lnTo>
                <a:lnTo>
                  <a:pt x="180" y="96"/>
                </a:lnTo>
                <a:lnTo>
                  <a:pt x="171" y="120"/>
                </a:lnTo>
                <a:lnTo>
                  <a:pt x="203" y="124"/>
                </a:lnTo>
                <a:lnTo>
                  <a:pt x="238" y="124"/>
                </a:lnTo>
                <a:lnTo>
                  <a:pt x="273" y="120"/>
                </a:lnTo>
                <a:lnTo>
                  <a:pt x="265" y="95"/>
                </a:lnTo>
                <a:lnTo>
                  <a:pt x="255" y="75"/>
                </a:lnTo>
                <a:lnTo>
                  <a:pt x="245" y="61"/>
                </a:lnTo>
                <a:lnTo>
                  <a:pt x="234" y="52"/>
                </a:lnTo>
                <a:lnTo>
                  <a:pt x="223" y="49"/>
                </a:lnTo>
                <a:close/>
                <a:moveTo>
                  <a:pt x="223" y="0"/>
                </a:moveTo>
                <a:lnTo>
                  <a:pt x="259" y="3"/>
                </a:lnTo>
                <a:lnTo>
                  <a:pt x="293" y="11"/>
                </a:lnTo>
                <a:lnTo>
                  <a:pt x="325" y="25"/>
                </a:lnTo>
                <a:lnTo>
                  <a:pt x="354" y="42"/>
                </a:lnTo>
                <a:lnTo>
                  <a:pt x="380" y="65"/>
                </a:lnTo>
                <a:lnTo>
                  <a:pt x="402" y="90"/>
                </a:lnTo>
                <a:lnTo>
                  <a:pt x="420" y="120"/>
                </a:lnTo>
                <a:lnTo>
                  <a:pt x="433" y="151"/>
                </a:lnTo>
                <a:lnTo>
                  <a:pt x="442" y="186"/>
                </a:lnTo>
                <a:lnTo>
                  <a:pt x="445" y="222"/>
                </a:lnTo>
                <a:lnTo>
                  <a:pt x="442" y="258"/>
                </a:lnTo>
                <a:lnTo>
                  <a:pt x="433" y="292"/>
                </a:lnTo>
                <a:lnTo>
                  <a:pt x="420" y="325"/>
                </a:lnTo>
                <a:lnTo>
                  <a:pt x="402" y="353"/>
                </a:lnTo>
                <a:lnTo>
                  <a:pt x="380" y="379"/>
                </a:lnTo>
                <a:lnTo>
                  <a:pt x="354" y="402"/>
                </a:lnTo>
                <a:lnTo>
                  <a:pt x="325" y="420"/>
                </a:lnTo>
                <a:lnTo>
                  <a:pt x="293" y="434"/>
                </a:lnTo>
                <a:lnTo>
                  <a:pt x="259" y="441"/>
                </a:lnTo>
                <a:lnTo>
                  <a:pt x="223" y="445"/>
                </a:lnTo>
                <a:lnTo>
                  <a:pt x="187" y="441"/>
                </a:lnTo>
                <a:lnTo>
                  <a:pt x="152" y="434"/>
                </a:lnTo>
                <a:lnTo>
                  <a:pt x="120" y="420"/>
                </a:lnTo>
                <a:lnTo>
                  <a:pt x="91" y="402"/>
                </a:lnTo>
                <a:lnTo>
                  <a:pt x="66" y="379"/>
                </a:lnTo>
                <a:lnTo>
                  <a:pt x="43" y="353"/>
                </a:lnTo>
                <a:lnTo>
                  <a:pt x="25" y="325"/>
                </a:lnTo>
                <a:lnTo>
                  <a:pt x="11" y="292"/>
                </a:lnTo>
                <a:lnTo>
                  <a:pt x="2" y="258"/>
                </a:lnTo>
                <a:lnTo>
                  <a:pt x="0" y="222"/>
                </a:lnTo>
                <a:lnTo>
                  <a:pt x="2" y="186"/>
                </a:lnTo>
                <a:lnTo>
                  <a:pt x="11" y="151"/>
                </a:lnTo>
                <a:lnTo>
                  <a:pt x="25" y="120"/>
                </a:lnTo>
                <a:lnTo>
                  <a:pt x="43" y="90"/>
                </a:lnTo>
                <a:lnTo>
                  <a:pt x="66" y="65"/>
                </a:lnTo>
                <a:lnTo>
                  <a:pt x="91" y="42"/>
                </a:lnTo>
                <a:lnTo>
                  <a:pt x="120" y="25"/>
                </a:lnTo>
                <a:lnTo>
                  <a:pt x="152" y="11"/>
                </a:lnTo>
                <a:lnTo>
                  <a:pt x="187" y="3"/>
                </a:lnTo>
                <a:lnTo>
                  <a:pt x="223" y="0"/>
                </a:ln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nl-NL" sz="1800" noProof="0"/>
          </a:p>
        </p:txBody>
      </p:sp>
      <p:grpSp>
        <p:nvGrpSpPr>
          <p:cNvPr id="120" name="Knop uitleg"/>
          <p:cNvGrpSpPr/>
          <p:nvPr userDrawn="1"/>
        </p:nvGrpSpPr>
        <p:grpSpPr>
          <a:xfrm>
            <a:off x="9508901" y="2860359"/>
            <a:ext cx="1947767" cy="2037397"/>
            <a:chOff x="9275416" y="2755352"/>
            <a:chExt cx="1944216" cy="2037397"/>
          </a:xfrm>
        </p:grpSpPr>
        <p:sp>
          <p:nvSpPr>
            <p:cNvPr id="43" name="Rechthoek: afgeronde hoeken 42"/>
            <p:cNvSpPr/>
            <p:nvPr userDrawn="1"/>
          </p:nvSpPr>
          <p:spPr>
            <a:xfrm>
              <a:off x="9275416" y="2755352"/>
              <a:ext cx="1944216" cy="2037397"/>
            </a:xfrm>
            <a:prstGeom prst="roundRect">
              <a:avLst>
                <a:gd name="adj" fmla="val 3052"/>
              </a:avLst>
            </a:prstGeom>
            <a:solidFill>
              <a:srgbClr val="FF7800"/>
            </a:solidFill>
            <a:ln>
              <a:noFill/>
            </a:ln>
            <a:effectLst>
              <a:outerShdw dist="50800" dir="2700000" algn="tl" rotWithShape="0">
                <a:srgbClr val="767171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grpSp>
          <p:nvGrpSpPr>
            <p:cNvPr id="42" name="Groep 41"/>
            <p:cNvGrpSpPr/>
            <p:nvPr userDrawn="1"/>
          </p:nvGrpSpPr>
          <p:grpSpPr>
            <a:xfrm>
              <a:off x="9434682" y="3006335"/>
              <a:ext cx="1625685" cy="1701927"/>
              <a:chOff x="9434682" y="3006335"/>
              <a:chExt cx="1625685" cy="1701927"/>
            </a:xfrm>
          </p:grpSpPr>
          <p:sp>
            <p:nvSpPr>
              <p:cNvPr id="36" name="Ovaal 35"/>
              <p:cNvSpPr/>
              <p:nvPr userDrawn="1"/>
            </p:nvSpPr>
            <p:spPr>
              <a:xfrm>
                <a:off x="9815476" y="3006335"/>
                <a:ext cx="864096" cy="864096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H2">
                <a:hlinkClick r:id="" action="ppaction://noaction"/>
              </p:cNvPr>
              <p:cNvSpPr txBox="1"/>
              <p:nvPr userDrawn="1"/>
            </p:nvSpPr>
            <p:spPr>
              <a:xfrm>
                <a:off x="9434682" y="3998106"/>
                <a:ext cx="1625685" cy="71015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lstStyle/>
              <a:p>
                <a:pPr algn="ctr" defTabSz="1217512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Open deze dia in de diavoorstelling en klik</a:t>
                </a:r>
                <a:b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</a:br>
                <a:r>
                  <a:rPr lang="nl-NL" sz="1200" kern="1200" noProof="0">
                    <a:solidFill>
                      <a:srgbClr val="FFFFFF"/>
                    </a:solidFill>
                    <a:latin typeface="Oswald" panose="02000503000000000000" pitchFamily="2" charset="0"/>
                    <a:ea typeface="+mn-ea"/>
                    <a:cs typeface="+mn-cs"/>
                  </a:rPr>
                  <a:t>op de YouTube-link</a:t>
                </a:r>
                <a:endParaRPr lang="nl-NL" sz="1000" kern="1200" noProof="0">
                  <a:solidFill>
                    <a:srgbClr val="FFFFFF"/>
                  </a:solidFill>
                  <a:latin typeface="Oswald" panose="02000503000000000000" pitchFamily="2" charset="0"/>
                  <a:ea typeface="+mn-ea"/>
                  <a:cs typeface="+mn-cs"/>
                </a:endParaRPr>
              </a:p>
            </p:txBody>
          </p:sp>
          <p:grpSp>
            <p:nvGrpSpPr>
              <p:cNvPr id="117" name="Groep 116"/>
              <p:cNvGrpSpPr>
                <a:grpSpLocks noChangeAspect="1"/>
              </p:cNvGrpSpPr>
              <p:nvPr userDrawn="1"/>
            </p:nvGrpSpPr>
            <p:grpSpPr>
              <a:xfrm>
                <a:off x="10139574" y="3193941"/>
                <a:ext cx="215900" cy="464820"/>
                <a:chOff x="9836152" y="1052862"/>
                <a:chExt cx="269875" cy="581025"/>
              </a:xfrm>
              <a:solidFill>
                <a:schemeClr val="bg1"/>
              </a:solidFill>
            </p:grpSpPr>
            <p:sp>
              <p:nvSpPr>
                <p:cNvPr id="118" name="Freeform 300"/>
                <p:cNvSpPr>
                  <a:spLocks/>
                </p:cNvSpPr>
                <p:nvPr/>
              </p:nvSpPr>
              <p:spPr bwMode="auto">
                <a:xfrm>
                  <a:off x="9836152" y="1219549"/>
                  <a:ext cx="269875" cy="414338"/>
                </a:xfrm>
                <a:custGeom>
                  <a:avLst/>
                  <a:gdLst>
                    <a:gd name="T0" fmla="*/ 54 w 170"/>
                    <a:gd name="T1" fmla="*/ 0 h 261"/>
                    <a:gd name="T2" fmla="*/ 77 w 170"/>
                    <a:gd name="T3" fmla="*/ 0 h 261"/>
                    <a:gd name="T4" fmla="*/ 77 w 170"/>
                    <a:gd name="T5" fmla="*/ 67 h 261"/>
                    <a:gd name="T6" fmla="*/ 77 w 170"/>
                    <a:gd name="T7" fmla="*/ 73 h 261"/>
                    <a:gd name="T8" fmla="*/ 79 w 170"/>
                    <a:gd name="T9" fmla="*/ 75 h 261"/>
                    <a:gd name="T10" fmla="*/ 85 w 170"/>
                    <a:gd name="T11" fmla="*/ 75 h 261"/>
                    <a:gd name="T12" fmla="*/ 87 w 170"/>
                    <a:gd name="T13" fmla="*/ 75 h 261"/>
                    <a:gd name="T14" fmla="*/ 92 w 170"/>
                    <a:gd name="T15" fmla="*/ 73 h 261"/>
                    <a:gd name="T16" fmla="*/ 92 w 170"/>
                    <a:gd name="T17" fmla="*/ 67 h 261"/>
                    <a:gd name="T18" fmla="*/ 92 w 170"/>
                    <a:gd name="T19" fmla="*/ 0 h 261"/>
                    <a:gd name="T20" fmla="*/ 116 w 170"/>
                    <a:gd name="T21" fmla="*/ 0 h 261"/>
                    <a:gd name="T22" fmla="*/ 136 w 170"/>
                    <a:gd name="T23" fmla="*/ 8 h 261"/>
                    <a:gd name="T24" fmla="*/ 154 w 170"/>
                    <a:gd name="T25" fmla="*/ 21 h 261"/>
                    <a:gd name="T26" fmla="*/ 165 w 170"/>
                    <a:gd name="T27" fmla="*/ 42 h 261"/>
                    <a:gd name="T28" fmla="*/ 170 w 170"/>
                    <a:gd name="T29" fmla="*/ 65 h 261"/>
                    <a:gd name="T30" fmla="*/ 170 w 170"/>
                    <a:gd name="T31" fmla="*/ 160 h 261"/>
                    <a:gd name="T32" fmla="*/ 167 w 170"/>
                    <a:gd name="T33" fmla="*/ 181 h 261"/>
                    <a:gd name="T34" fmla="*/ 159 w 170"/>
                    <a:gd name="T35" fmla="*/ 204 h 261"/>
                    <a:gd name="T36" fmla="*/ 149 w 170"/>
                    <a:gd name="T37" fmla="*/ 225 h 261"/>
                    <a:gd name="T38" fmla="*/ 134 w 170"/>
                    <a:gd name="T39" fmla="*/ 245 h 261"/>
                    <a:gd name="T40" fmla="*/ 110 w 170"/>
                    <a:gd name="T41" fmla="*/ 258 h 261"/>
                    <a:gd name="T42" fmla="*/ 85 w 170"/>
                    <a:gd name="T43" fmla="*/ 261 h 261"/>
                    <a:gd name="T44" fmla="*/ 59 w 170"/>
                    <a:gd name="T45" fmla="*/ 258 h 261"/>
                    <a:gd name="T46" fmla="*/ 36 w 170"/>
                    <a:gd name="T47" fmla="*/ 245 h 261"/>
                    <a:gd name="T48" fmla="*/ 20 w 170"/>
                    <a:gd name="T49" fmla="*/ 225 h 261"/>
                    <a:gd name="T50" fmla="*/ 7 w 170"/>
                    <a:gd name="T51" fmla="*/ 204 h 261"/>
                    <a:gd name="T52" fmla="*/ 2 w 170"/>
                    <a:gd name="T53" fmla="*/ 181 h 261"/>
                    <a:gd name="T54" fmla="*/ 0 w 170"/>
                    <a:gd name="T55" fmla="*/ 160 h 261"/>
                    <a:gd name="T56" fmla="*/ 0 w 170"/>
                    <a:gd name="T57" fmla="*/ 65 h 261"/>
                    <a:gd name="T58" fmla="*/ 5 w 170"/>
                    <a:gd name="T59" fmla="*/ 42 h 261"/>
                    <a:gd name="T60" fmla="*/ 15 w 170"/>
                    <a:gd name="T61" fmla="*/ 21 h 261"/>
                    <a:gd name="T62" fmla="*/ 33 w 170"/>
                    <a:gd name="T63" fmla="*/ 8 h 261"/>
                    <a:gd name="T64" fmla="*/ 54 w 170"/>
                    <a:gd name="T65" fmla="*/ 0 h 26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</a:cxnLst>
                  <a:rect l="0" t="0" r="r" b="b"/>
                  <a:pathLst>
                    <a:path w="170" h="261">
                      <a:moveTo>
                        <a:pt x="54" y="0"/>
                      </a:moveTo>
                      <a:lnTo>
                        <a:pt x="77" y="0"/>
                      </a:lnTo>
                      <a:lnTo>
                        <a:pt x="77" y="67"/>
                      </a:lnTo>
                      <a:lnTo>
                        <a:pt x="77" y="73"/>
                      </a:lnTo>
                      <a:lnTo>
                        <a:pt x="79" y="75"/>
                      </a:lnTo>
                      <a:lnTo>
                        <a:pt x="85" y="75"/>
                      </a:lnTo>
                      <a:lnTo>
                        <a:pt x="87" y="75"/>
                      </a:lnTo>
                      <a:lnTo>
                        <a:pt x="92" y="73"/>
                      </a:lnTo>
                      <a:lnTo>
                        <a:pt x="92" y="67"/>
                      </a:lnTo>
                      <a:lnTo>
                        <a:pt x="92" y="0"/>
                      </a:lnTo>
                      <a:lnTo>
                        <a:pt x="116" y="0"/>
                      </a:lnTo>
                      <a:lnTo>
                        <a:pt x="136" y="8"/>
                      </a:lnTo>
                      <a:lnTo>
                        <a:pt x="154" y="21"/>
                      </a:lnTo>
                      <a:lnTo>
                        <a:pt x="165" y="42"/>
                      </a:lnTo>
                      <a:lnTo>
                        <a:pt x="170" y="65"/>
                      </a:lnTo>
                      <a:lnTo>
                        <a:pt x="170" y="160"/>
                      </a:lnTo>
                      <a:lnTo>
                        <a:pt x="167" y="181"/>
                      </a:lnTo>
                      <a:lnTo>
                        <a:pt x="159" y="204"/>
                      </a:lnTo>
                      <a:lnTo>
                        <a:pt x="149" y="225"/>
                      </a:lnTo>
                      <a:lnTo>
                        <a:pt x="134" y="245"/>
                      </a:lnTo>
                      <a:lnTo>
                        <a:pt x="110" y="258"/>
                      </a:lnTo>
                      <a:lnTo>
                        <a:pt x="85" y="261"/>
                      </a:lnTo>
                      <a:lnTo>
                        <a:pt x="59" y="258"/>
                      </a:lnTo>
                      <a:lnTo>
                        <a:pt x="36" y="245"/>
                      </a:lnTo>
                      <a:lnTo>
                        <a:pt x="20" y="225"/>
                      </a:lnTo>
                      <a:lnTo>
                        <a:pt x="7" y="204"/>
                      </a:lnTo>
                      <a:lnTo>
                        <a:pt x="2" y="181"/>
                      </a:lnTo>
                      <a:lnTo>
                        <a:pt x="0" y="160"/>
                      </a:lnTo>
                      <a:lnTo>
                        <a:pt x="0" y="65"/>
                      </a:lnTo>
                      <a:lnTo>
                        <a:pt x="5" y="42"/>
                      </a:lnTo>
                      <a:lnTo>
                        <a:pt x="15" y="21"/>
                      </a:lnTo>
                      <a:lnTo>
                        <a:pt x="33" y="8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19" name="Freeform 301"/>
                <p:cNvSpPr>
                  <a:spLocks/>
                </p:cNvSpPr>
                <p:nvPr/>
              </p:nvSpPr>
              <p:spPr bwMode="auto">
                <a:xfrm>
                  <a:off x="9864727" y="1052862"/>
                  <a:ext cx="122238" cy="163513"/>
                </a:xfrm>
                <a:custGeom>
                  <a:avLst/>
                  <a:gdLst>
                    <a:gd name="T0" fmla="*/ 15 w 77"/>
                    <a:gd name="T1" fmla="*/ 0 h 103"/>
                    <a:gd name="T2" fmla="*/ 18 w 77"/>
                    <a:gd name="T3" fmla="*/ 0 h 103"/>
                    <a:gd name="T4" fmla="*/ 23 w 77"/>
                    <a:gd name="T5" fmla="*/ 5 h 103"/>
                    <a:gd name="T6" fmla="*/ 23 w 77"/>
                    <a:gd name="T7" fmla="*/ 10 h 103"/>
                    <a:gd name="T8" fmla="*/ 23 w 77"/>
                    <a:gd name="T9" fmla="*/ 13 h 103"/>
                    <a:gd name="T10" fmla="*/ 23 w 77"/>
                    <a:gd name="T11" fmla="*/ 13 h 103"/>
                    <a:gd name="T12" fmla="*/ 23 w 77"/>
                    <a:gd name="T13" fmla="*/ 15 h 103"/>
                    <a:gd name="T14" fmla="*/ 23 w 77"/>
                    <a:gd name="T15" fmla="*/ 15 h 103"/>
                    <a:gd name="T16" fmla="*/ 20 w 77"/>
                    <a:gd name="T17" fmla="*/ 18 h 103"/>
                    <a:gd name="T18" fmla="*/ 20 w 77"/>
                    <a:gd name="T19" fmla="*/ 23 h 103"/>
                    <a:gd name="T20" fmla="*/ 18 w 77"/>
                    <a:gd name="T21" fmla="*/ 28 h 103"/>
                    <a:gd name="T22" fmla="*/ 20 w 77"/>
                    <a:gd name="T23" fmla="*/ 36 h 103"/>
                    <a:gd name="T24" fmla="*/ 23 w 77"/>
                    <a:gd name="T25" fmla="*/ 44 h 103"/>
                    <a:gd name="T26" fmla="*/ 28 w 77"/>
                    <a:gd name="T27" fmla="*/ 49 h 103"/>
                    <a:gd name="T28" fmla="*/ 33 w 77"/>
                    <a:gd name="T29" fmla="*/ 51 h 103"/>
                    <a:gd name="T30" fmla="*/ 43 w 77"/>
                    <a:gd name="T31" fmla="*/ 56 h 103"/>
                    <a:gd name="T32" fmla="*/ 54 w 77"/>
                    <a:gd name="T33" fmla="*/ 62 h 103"/>
                    <a:gd name="T34" fmla="*/ 61 w 77"/>
                    <a:gd name="T35" fmla="*/ 69 h 103"/>
                    <a:gd name="T36" fmla="*/ 67 w 77"/>
                    <a:gd name="T37" fmla="*/ 74 h 103"/>
                    <a:gd name="T38" fmla="*/ 72 w 77"/>
                    <a:gd name="T39" fmla="*/ 82 h 103"/>
                    <a:gd name="T40" fmla="*/ 74 w 77"/>
                    <a:gd name="T41" fmla="*/ 93 h 103"/>
                    <a:gd name="T42" fmla="*/ 77 w 77"/>
                    <a:gd name="T43" fmla="*/ 103 h 103"/>
                    <a:gd name="T44" fmla="*/ 56 w 77"/>
                    <a:gd name="T45" fmla="*/ 103 h 103"/>
                    <a:gd name="T46" fmla="*/ 54 w 77"/>
                    <a:gd name="T47" fmla="*/ 98 h 103"/>
                    <a:gd name="T48" fmla="*/ 51 w 77"/>
                    <a:gd name="T49" fmla="*/ 87 h 103"/>
                    <a:gd name="T50" fmla="*/ 46 w 77"/>
                    <a:gd name="T51" fmla="*/ 82 h 103"/>
                    <a:gd name="T52" fmla="*/ 43 w 77"/>
                    <a:gd name="T53" fmla="*/ 77 h 103"/>
                    <a:gd name="T54" fmla="*/ 36 w 77"/>
                    <a:gd name="T55" fmla="*/ 74 h 103"/>
                    <a:gd name="T56" fmla="*/ 23 w 77"/>
                    <a:gd name="T57" fmla="*/ 69 h 103"/>
                    <a:gd name="T58" fmla="*/ 15 w 77"/>
                    <a:gd name="T59" fmla="*/ 62 h 103"/>
                    <a:gd name="T60" fmla="*/ 7 w 77"/>
                    <a:gd name="T61" fmla="*/ 54 h 103"/>
                    <a:gd name="T62" fmla="*/ 2 w 77"/>
                    <a:gd name="T63" fmla="*/ 46 h 103"/>
                    <a:gd name="T64" fmla="*/ 0 w 77"/>
                    <a:gd name="T65" fmla="*/ 38 h 103"/>
                    <a:gd name="T66" fmla="*/ 0 w 77"/>
                    <a:gd name="T67" fmla="*/ 28 h 103"/>
                    <a:gd name="T68" fmla="*/ 0 w 77"/>
                    <a:gd name="T69" fmla="*/ 20 h 103"/>
                    <a:gd name="T70" fmla="*/ 2 w 77"/>
                    <a:gd name="T71" fmla="*/ 13 h 103"/>
                    <a:gd name="T72" fmla="*/ 5 w 77"/>
                    <a:gd name="T73" fmla="*/ 7 h 103"/>
                    <a:gd name="T74" fmla="*/ 5 w 77"/>
                    <a:gd name="T75" fmla="*/ 5 h 103"/>
                    <a:gd name="T76" fmla="*/ 5 w 77"/>
                    <a:gd name="T77" fmla="*/ 5 h 103"/>
                    <a:gd name="T78" fmla="*/ 10 w 77"/>
                    <a:gd name="T79" fmla="*/ 0 h 103"/>
                    <a:gd name="T80" fmla="*/ 15 w 77"/>
                    <a:gd name="T81" fmla="*/ 0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77" h="103">
                      <a:moveTo>
                        <a:pt x="15" y="0"/>
                      </a:moveTo>
                      <a:lnTo>
                        <a:pt x="18" y="0"/>
                      </a:lnTo>
                      <a:lnTo>
                        <a:pt x="23" y="5"/>
                      </a:lnTo>
                      <a:lnTo>
                        <a:pt x="23" y="10"/>
                      </a:lnTo>
                      <a:lnTo>
                        <a:pt x="23" y="13"/>
                      </a:lnTo>
                      <a:lnTo>
                        <a:pt x="23" y="13"/>
                      </a:lnTo>
                      <a:lnTo>
                        <a:pt x="23" y="15"/>
                      </a:lnTo>
                      <a:lnTo>
                        <a:pt x="23" y="15"/>
                      </a:lnTo>
                      <a:lnTo>
                        <a:pt x="20" y="18"/>
                      </a:lnTo>
                      <a:lnTo>
                        <a:pt x="20" y="23"/>
                      </a:lnTo>
                      <a:lnTo>
                        <a:pt x="18" y="28"/>
                      </a:lnTo>
                      <a:lnTo>
                        <a:pt x="20" y="36"/>
                      </a:lnTo>
                      <a:lnTo>
                        <a:pt x="23" y="44"/>
                      </a:lnTo>
                      <a:lnTo>
                        <a:pt x="28" y="49"/>
                      </a:lnTo>
                      <a:lnTo>
                        <a:pt x="33" y="51"/>
                      </a:lnTo>
                      <a:lnTo>
                        <a:pt x="43" y="56"/>
                      </a:lnTo>
                      <a:lnTo>
                        <a:pt x="54" y="62"/>
                      </a:lnTo>
                      <a:lnTo>
                        <a:pt x="61" y="69"/>
                      </a:lnTo>
                      <a:lnTo>
                        <a:pt x="67" y="74"/>
                      </a:lnTo>
                      <a:lnTo>
                        <a:pt x="72" y="82"/>
                      </a:lnTo>
                      <a:lnTo>
                        <a:pt x="74" y="93"/>
                      </a:lnTo>
                      <a:lnTo>
                        <a:pt x="77" y="103"/>
                      </a:lnTo>
                      <a:lnTo>
                        <a:pt x="56" y="103"/>
                      </a:lnTo>
                      <a:lnTo>
                        <a:pt x="54" y="98"/>
                      </a:lnTo>
                      <a:lnTo>
                        <a:pt x="51" y="87"/>
                      </a:lnTo>
                      <a:lnTo>
                        <a:pt x="46" y="82"/>
                      </a:lnTo>
                      <a:lnTo>
                        <a:pt x="43" y="77"/>
                      </a:lnTo>
                      <a:lnTo>
                        <a:pt x="36" y="74"/>
                      </a:lnTo>
                      <a:lnTo>
                        <a:pt x="23" y="69"/>
                      </a:lnTo>
                      <a:lnTo>
                        <a:pt x="15" y="62"/>
                      </a:lnTo>
                      <a:lnTo>
                        <a:pt x="7" y="54"/>
                      </a:lnTo>
                      <a:lnTo>
                        <a:pt x="2" y="46"/>
                      </a:lnTo>
                      <a:lnTo>
                        <a:pt x="0" y="38"/>
                      </a:lnTo>
                      <a:lnTo>
                        <a:pt x="0" y="28"/>
                      </a:lnTo>
                      <a:lnTo>
                        <a:pt x="0" y="20"/>
                      </a:lnTo>
                      <a:lnTo>
                        <a:pt x="2" y="13"/>
                      </a:lnTo>
                      <a:lnTo>
                        <a:pt x="5" y="7"/>
                      </a:lnTo>
                      <a:lnTo>
                        <a:pt x="5" y="5"/>
                      </a:lnTo>
                      <a:lnTo>
                        <a:pt x="5" y="5"/>
                      </a:lnTo>
                      <a:lnTo>
                        <a:pt x="10" y="0"/>
                      </a:lnTo>
                      <a:lnTo>
                        <a:pt x="15" y="0"/>
                      </a:lnTo>
                      <a:close/>
                    </a:path>
                  </a:pathLst>
                </a:custGeom>
                <a:solidFill>
                  <a:srgbClr val="FF7800"/>
                </a:solidFill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nl-NL" sz="1800" noProof="0">
                    <a:solidFill>
                      <a:schemeClr val="bg1"/>
                    </a:solidFill>
                  </a:endParaRPr>
                </a:p>
              </p:txBody>
            </p:sp>
          </p:grpSp>
        </p:grpSp>
      </p:grpSp>
      <p:sp>
        <p:nvSpPr>
          <p:cNvPr id="58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 noProof="0"/>
          </a:p>
        </p:txBody>
      </p:sp>
      <p:cxnSp>
        <p:nvCxnSpPr>
          <p:cNvPr id="60" name="Rechte verbindingslijn 59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 noProof="0">
              <a:solidFill>
                <a:prstClr val="black"/>
              </a:solidFill>
            </a:endParaRPr>
          </a:p>
        </p:txBody>
      </p:sp>
      <p:grpSp>
        <p:nvGrpSpPr>
          <p:cNvPr id="4" name="Groep 3"/>
          <p:cNvGrpSpPr/>
          <p:nvPr userDrawn="1"/>
        </p:nvGrpSpPr>
        <p:grpSpPr>
          <a:xfrm>
            <a:off x="1630522" y="2276771"/>
            <a:ext cx="758666" cy="226154"/>
            <a:chOff x="1607118" y="2276771"/>
            <a:chExt cx="757283" cy="226154"/>
          </a:xfrm>
        </p:grpSpPr>
        <p:grpSp>
          <p:nvGrpSpPr>
            <p:cNvPr id="71" name="Groep 70"/>
            <p:cNvGrpSpPr/>
            <p:nvPr userDrawn="1"/>
          </p:nvGrpSpPr>
          <p:grpSpPr>
            <a:xfrm>
              <a:off x="2077148" y="2276771"/>
              <a:ext cx="287253" cy="226154"/>
              <a:chOff x="-3310843" y="700986"/>
              <a:chExt cx="182598" cy="143759"/>
            </a:xfrm>
          </p:grpSpPr>
          <p:grpSp>
            <p:nvGrpSpPr>
              <p:cNvPr id="160" name="Groep 159"/>
              <p:cNvGrpSpPr/>
              <p:nvPr userDrawn="1"/>
            </p:nvGrpSpPr>
            <p:grpSpPr>
              <a:xfrm>
                <a:off x="-3310843" y="700986"/>
                <a:ext cx="182598" cy="143759"/>
                <a:chOff x="-3310843" y="700986"/>
                <a:chExt cx="182598" cy="143759"/>
              </a:xfrm>
            </p:grpSpPr>
            <p:cxnSp>
              <p:nvCxnSpPr>
                <p:cNvPr id="164" name="Rechte verbindingslijn 163"/>
                <p:cNvCxnSpPr/>
                <p:nvPr userDrawn="1"/>
              </p:nvCxnSpPr>
              <p:spPr>
                <a:xfrm>
                  <a:off x="-3310843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5" name="Rechte verbindingslijn 164"/>
                <p:cNvCxnSpPr/>
                <p:nvPr userDrawn="1"/>
              </p:nvCxnSpPr>
              <p:spPr>
                <a:xfrm>
                  <a:off x="-3310843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6" name="Rechte verbindingslijn 165"/>
                <p:cNvCxnSpPr/>
                <p:nvPr userDrawn="1"/>
              </p:nvCxnSpPr>
              <p:spPr>
                <a:xfrm>
                  <a:off x="-3213196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7" name="Rechte verbindingslijn 166"/>
                <p:cNvCxnSpPr/>
                <p:nvPr userDrawn="1"/>
              </p:nvCxnSpPr>
              <p:spPr>
                <a:xfrm>
                  <a:off x="-3213196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68" name="Rechte verbindingslijn 167"/>
                <p:cNvCxnSpPr/>
                <p:nvPr userDrawn="1"/>
              </p:nvCxnSpPr>
              <p:spPr>
                <a:xfrm>
                  <a:off x="-3213196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61" name="Groep 160"/>
              <p:cNvGrpSpPr/>
              <p:nvPr userDrawn="1"/>
            </p:nvGrpSpPr>
            <p:grpSpPr>
              <a:xfrm flipH="1">
                <a:off x="-3310774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62" name="Rechthoek 161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3" name="Pijl: punthaak 162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74" name="Groep 73"/>
            <p:cNvGrpSpPr/>
            <p:nvPr userDrawn="1"/>
          </p:nvGrpSpPr>
          <p:grpSpPr>
            <a:xfrm>
              <a:off x="1607118" y="2276771"/>
              <a:ext cx="287253" cy="226154"/>
              <a:chOff x="-3634116" y="700986"/>
              <a:chExt cx="182598" cy="143759"/>
            </a:xfrm>
          </p:grpSpPr>
          <p:grpSp>
            <p:nvGrpSpPr>
              <p:cNvPr id="151" name="Groep 150"/>
              <p:cNvGrpSpPr/>
              <p:nvPr userDrawn="1"/>
            </p:nvGrpSpPr>
            <p:grpSpPr>
              <a:xfrm>
                <a:off x="-3634116" y="700986"/>
                <a:ext cx="182598" cy="143759"/>
                <a:chOff x="-3634116" y="700986"/>
                <a:chExt cx="182598" cy="143759"/>
              </a:xfrm>
            </p:grpSpPr>
            <p:cxnSp>
              <p:nvCxnSpPr>
                <p:cNvPr id="155" name="Rechte verbindingslijn 154"/>
                <p:cNvCxnSpPr/>
                <p:nvPr userDrawn="1"/>
              </p:nvCxnSpPr>
              <p:spPr>
                <a:xfrm>
                  <a:off x="-3634116" y="700986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6" name="Rechte verbindingslijn 155"/>
                <p:cNvCxnSpPr/>
                <p:nvPr userDrawn="1"/>
              </p:nvCxnSpPr>
              <p:spPr>
                <a:xfrm>
                  <a:off x="-3634116" y="844745"/>
                  <a:ext cx="182598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7" name="Rechte verbindingslijn 156"/>
                <p:cNvCxnSpPr/>
                <p:nvPr userDrawn="1"/>
              </p:nvCxnSpPr>
              <p:spPr>
                <a:xfrm>
                  <a:off x="-3536469" y="80880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8" name="Rechte verbindingslijn 157"/>
                <p:cNvCxnSpPr/>
                <p:nvPr userDrawn="1"/>
              </p:nvCxnSpPr>
              <p:spPr>
                <a:xfrm>
                  <a:off x="-3536469" y="77286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  <p:cxnSp>
              <p:nvCxnSpPr>
                <p:cNvPr id="159" name="Rechte verbindingslijn 158"/>
                <p:cNvCxnSpPr/>
                <p:nvPr userDrawn="1"/>
              </p:nvCxnSpPr>
              <p:spPr>
                <a:xfrm>
                  <a:off x="-3536469" y="736926"/>
                  <a:ext cx="82203" cy="0"/>
                </a:xfrm>
                <a:prstGeom prst="line">
                  <a:avLst/>
                </a:prstGeom>
                <a:noFill/>
                <a:ln w="19050" cap="flat" cmpd="sng" algn="ctr">
                  <a:solidFill>
                    <a:srgbClr val="767171"/>
                  </a:solidFill>
                  <a:prstDash val="solid"/>
                </a:ln>
                <a:effectLst/>
              </p:spPr>
            </p:cxnSp>
          </p:grpSp>
          <p:grpSp>
            <p:nvGrpSpPr>
              <p:cNvPr id="152" name="Groep 151"/>
              <p:cNvGrpSpPr/>
              <p:nvPr userDrawn="1"/>
            </p:nvGrpSpPr>
            <p:grpSpPr>
              <a:xfrm>
                <a:off x="-3634047" y="735854"/>
                <a:ext cx="88801" cy="72568"/>
                <a:chOff x="-2091059" y="1395403"/>
                <a:chExt cx="157316" cy="128558"/>
              </a:xfrm>
            </p:grpSpPr>
            <p:sp>
              <p:nvSpPr>
                <p:cNvPr id="153" name="Rechthoek 152"/>
                <p:cNvSpPr/>
                <p:nvPr userDrawn="1"/>
              </p:nvSpPr>
              <p:spPr>
                <a:xfrm>
                  <a:off x="-2051585" y="1436824"/>
                  <a:ext cx="117842" cy="45718"/>
                </a:xfrm>
                <a:prstGeom prst="rect">
                  <a:avLst/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4" name="Pijl: punthaak 153"/>
                <p:cNvSpPr/>
                <p:nvPr userDrawn="1"/>
              </p:nvSpPr>
              <p:spPr>
                <a:xfrm flipH="1">
                  <a:off x="-2091059" y="1395403"/>
                  <a:ext cx="128558" cy="128558"/>
                </a:xfrm>
                <a:prstGeom prst="chevron">
                  <a:avLst>
                    <a:gd name="adj" fmla="val 47962"/>
                  </a:avLst>
                </a:prstGeom>
                <a:solidFill>
                  <a:srgbClr val="4A7DB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0" tIns="0" rIns="0" bIns="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nl-NL" sz="1000" b="1" noProof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grpSp>
        <p:nvGrpSpPr>
          <p:cNvPr id="179" name="Groep 178"/>
          <p:cNvGrpSpPr/>
          <p:nvPr userDrawn="1"/>
        </p:nvGrpSpPr>
        <p:grpSpPr>
          <a:xfrm>
            <a:off x="4573974" y="2179391"/>
            <a:ext cx="369155" cy="398538"/>
            <a:chOff x="14466489" y="1001522"/>
            <a:chExt cx="290627" cy="314333"/>
          </a:xfrm>
        </p:grpSpPr>
        <p:sp>
          <p:nvSpPr>
            <p:cNvPr id="200" name="Rechthoek 199"/>
            <p:cNvSpPr/>
            <p:nvPr userDrawn="1"/>
          </p:nvSpPr>
          <p:spPr>
            <a:xfrm>
              <a:off x="14466489" y="1001522"/>
              <a:ext cx="257935" cy="25416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rgbClr val="C0C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Ovaal 200"/>
            <p:cNvSpPr/>
            <p:nvPr userDrawn="1"/>
          </p:nvSpPr>
          <p:spPr>
            <a:xfrm>
              <a:off x="14623626" y="1033630"/>
              <a:ext cx="71169" cy="71169"/>
            </a:xfrm>
            <a:prstGeom prst="ellipse">
              <a:avLst/>
            </a:prstGeom>
            <a:solidFill>
              <a:srgbClr val="F1D8A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2" name="Vrije vorm: vorm 201"/>
            <p:cNvSpPr/>
            <p:nvPr userDrawn="1"/>
          </p:nvSpPr>
          <p:spPr>
            <a:xfrm rot="2700000">
              <a:off x="14498877" y="1157846"/>
              <a:ext cx="168558" cy="147459"/>
            </a:xfrm>
            <a:custGeom>
              <a:avLst/>
              <a:gdLst>
                <a:gd name="connsiteX0" fmla="*/ 12837 w 168558"/>
                <a:gd name="connsiteY0" fmla="*/ 12836 h 147459"/>
                <a:gd name="connsiteX1" fmla="*/ 43826 w 168558"/>
                <a:gd name="connsiteY1" fmla="*/ 0 h 147459"/>
                <a:gd name="connsiteX2" fmla="*/ 168558 w 168558"/>
                <a:gd name="connsiteY2" fmla="*/ 0 h 147459"/>
                <a:gd name="connsiteX3" fmla="*/ 21099 w 168558"/>
                <a:gd name="connsiteY3" fmla="*/ 147459 h 147459"/>
                <a:gd name="connsiteX4" fmla="*/ 0 w 168558"/>
                <a:gd name="connsiteY4" fmla="*/ 126361 h 147459"/>
                <a:gd name="connsiteX5" fmla="*/ 0 w 168558"/>
                <a:gd name="connsiteY5" fmla="*/ 43826 h 147459"/>
                <a:gd name="connsiteX6" fmla="*/ 12837 w 168558"/>
                <a:gd name="connsiteY6" fmla="*/ 12836 h 1474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58" h="147459">
                  <a:moveTo>
                    <a:pt x="12837" y="12836"/>
                  </a:moveTo>
                  <a:cubicBezTo>
                    <a:pt x="20768" y="4905"/>
                    <a:pt x="31724" y="0"/>
                    <a:pt x="43826" y="0"/>
                  </a:cubicBezTo>
                  <a:lnTo>
                    <a:pt x="168558" y="0"/>
                  </a:lnTo>
                  <a:lnTo>
                    <a:pt x="21099" y="147459"/>
                  </a:lnTo>
                  <a:lnTo>
                    <a:pt x="0" y="126361"/>
                  </a:lnTo>
                  <a:lnTo>
                    <a:pt x="0" y="43826"/>
                  </a:lnTo>
                  <a:cubicBezTo>
                    <a:pt x="1" y="31723"/>
                    <a:pt x="4906" y="20767"/>
                    <a:pt x="12837" y="12836"/>
                  </a:cubicBezTo>
                  <a:close/>
                </a:path>
              </a:pathLst>
            </a:custGeom>
            <a:solidFill>
              <a:srgbClr val="C9D8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 noProof="0">
                <a:solidFill>
                  <a:schemeClr val="tx1"/>
                </a:solidFill>
              </a:endParaRPr>
            </a:p>
          </p:txBody>
        </p:sp>
        <p:sp>
          <p:nvSpPr>
            <p:cNvPr id="203" name="Rechthoek: afgeronde hoeken 202"/>
            <p:cNvSpPr/>
            <p:nvPr userDrawn="1"/>
          </p:nvSpPr>
          <p:spPr>
            <a:xfrm>
              <a:off x="14601150" y="1145314"/>
              <a:ext cx="155966" cy="11681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</a:pPr>
              <a:endParaRPr lang="nl-NL" sz="800" b="0" noProof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04" name="Rechte verbindingslijn 203"/>
            <p:cNvCxnSpPr>
              <a:cxnSpLocks/>
            </p:cNvCxnSpPr>
            <p:nvPr userDrawn="1"/>
          </p:nvCxnSpPr>
          <p:spPr>
            <a:xfrm>
              <a:off x="14637490" y="1308665"/>
              <a:ext cx="83286" cy="0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05" name="Rechte verbindingslijn 204"/>
            <p:cNvCxnSpPr>
              <a:cxnSpLocks/>
              <a:stCxn id="203" idx="2"/>
            </p:cNvCxnSpPr>
            <p:nvPr userDrawn="1"/>
          </p:nvCxnSpPr>
          <p:spPr>
            <a:xfrm flipH="1">
              <a:off x="14678717" y="1262130"/>
              <a:ext cx="416" cy="43573"/>
            </a:xfrm>
            <a:prstGeom prst="line">
              <a:avLst/>
            </a:prstGeom>
            <a:solidFill>
              <a:schemeClr val="bg1"/>
            </a:solidFill>
            <a:ln w="19050">
              <a:solidFill>
                <a:srgbClr val="8AADD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8" name="HYPERLINKS"/>
          <p:cNvGrpSpPr/>
          <p:nvPr userDrawn="1"/>
        </p:nvGrpSpPr>
        <p:grpSpPr>
          <a:xfrm>
            <a:off x="674999" y="1599166"/>
            <a:ext cx="8081505" cy="4559785"/>
            <a:chOff x="673768" y="1599165"/>
            <a:chExt cx="8066773" cy="4559785"/>
          </a:xfrm>
        </p:grpSpPr>
        <p:sp>
          <p:nvSpPr>
            <p:cNvPr id="121" name="HYPERLINK">
              <a:hlinkClick r:id="rId2"/>
            </p:cNvPr>
            <p:cNvSpPr/>
            <p:nvPr userDrawn="1"/>
          </p:nvSpPr>
          <p:spPr>
            <a:xfrm>
              <a:off x="673768" y="1599165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3" name="HYPERLINK">
              <a:hlinkClick r:id="rId3"/>
            </p:cNvPr>
            <p:cNvSpPr/>
            <p:nvPr userDrawn="1"/>
          </p:nvSpPr>
          <p:spPr>
            <a:xfrm>
              <a:off x="3465094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4" name="HYPERLINK">
              <a:hlinkClick r:id="rId4"/>
            </p:cNvPr>
            <p:cNvSpPr/>
            <p:nvPr userDrawn="1"/>
          </p:nvSpPr>
          <p:spPr>
            <a:xfrm>
              <a:off x="6148301" y="1599165"/>
              <a:ext cx="257475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5" name="HYPERLINK">
              <a:hlinkClick r:id="rId5"/>
            </p:cNvPr>
            <p:cNvSpPr/>
            <p:nvPr userDrawn="1"/>
          </p:nvSpPr>
          <p:spPr>
            <a:xfrm>
              <a:off x="673768" y="3932073"/>
              <a:ext cx="2676295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6" name="HYPERLINK">
              <a:hlinkClick r:id="rId6"/>
            </p:cNvPr>
            <p:cNvSpPr/>
            <p:nvPr userDrawn="1"/>
          </p:nvSpPr>
          <p:spPr>
            <a:xfrm>
              <a:off x="3454453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  <p:sp>
          <p:nvSpPr>
            <p:cNvPr id="127" name="HYPERLINK">
              <a:hlinkClick r:id="rId7"/>
            </p:cNvPr>
            <p:cNvSpPr/>
            <p:nvPr userDrawn="1"/>
          </p:nvSpPr>
          <p:spPr>
            <a:xfrm>
              <a:off x="6149692" y="3932073"/>
              <a:ext cx="2590849" cy="2226877"/>
            </a:xfrm>
            <a:prstGeom prst="rect">
              <a:avLst/>
            </a:prstGeom>
            <a:solidFill>
              <a:srgbClr val="F0F0F0">
                <a:alpha val="0"/>
              </a:srgb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nl-NL" sz="1000" b="1">
                <a:solidFill>
                  <a:schemeClr val="tx1"/>
                </a:solidFill>
              </a:endParaRPr>
            </a:p>
          </p:txBody>
        </p:sp>
      </p:grpSp>
      <p:sp>
        <p:nvSpPr>
          <p:cNvPr id="103" name="Rechthoek 102">
            <a:hlinkClick r:id="rId7"/>
            <a:extLst>
              <a:ext uri="{FF2B5EF4-FFF2-40B4-BE49-F238E27FC236}">
                <a16:creationId xmlns:a16="http://schemas.microsoft.com/office/drawing/2014/main" id="{A74EDF85-9D78-4A54-895F-5F47F5DE6BF2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3817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ES: Dia plak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hthoek 59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nl-NL" sz="1000" b="1">
              <a:solidFill>
                <a:schemeClr val="tx1"/>
              </a:solidFill>
            </a:endParaRPr>
          </a:p>
        </p:txBody>
      </p:sp>
      <p:sp>
        <p:nvSpPr>
          <p:cNvPr id="8" name="Tekstvak 7"/>
          <p:cNvSpPr txBox="1"/>
          <p:nvPr userDrawn="1"/>
        </p:nvSpPr>
        <p:spPr>
          <a:xfrm>
            <a:off x="8548743" y="-399456"/>
            <a:ext cx="3643257" cy="38167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nl-NL" sz="1400" noProof="0">
                <a:solidFill>
                  <a:srgbClr val="303E48">
                    <a:lumMod val="60000"/>
                    <a:lumOff val="40000"/>
                  </a:srgbClr>
                </a:solidFill>
              </a:rPr>
              <a:t>Instructie dia: Dia plakken</a:t>
            </a:r>
          </a:p>
        </p:txBody>
      </p:sp>
      <p:sp>
        <p:nvSpPr>
          <p:cNvPr id="7" name="Tekstvak 6"/>
          <p:cNvSpPr txBox="1"/>
          <p:nvPr userDrawn="1"/>
        </p:nvSpPr>
        <p:spPr>
          <a:xfrm>
            <a:off x="693962" y="692697"/>
            <a:ext cx="9946827" cy="461665"/>
          </a:xfrm>
          <a:prstGeom prst="rect">
            <a:avLst/>
          </a:prstGeom>
          <a:noFill/>
          <a:effectLst/>
        </p:spPr>
        <p:txBody>
          <a:bodyPr vert="horz" lIns="0" tIns="0" rIns="0" bIns="0" rtlCol="0" anchor="ctr">
            <a:noAutofit/>
          </a:bodyPr>
          <a:lstStyle>
            <a:lvl1pPr defTabSz="9144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  <a:defRPr cap="all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nl-NL" sz="2400" b="0" kern="1200" cap="all" baseline="0" noProof="0">
                <a:solidFill>
                  <a:srgbClr val="0096A5"/>
                </a:solidFill>
                <a:latin typeface="+mj-lt"/>
                <a:ea typeface="+mj-ea"/>
                <a:cs typeface="+mj-cs"/>
              </a:rPr>
              <a:t>Voordat je begint…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AECC605F-1D7D-44DC-ACA6-7D0A7E2B238F}"/>
              </a:ext>
            </a:extLst>
          </p:cNvPr>
          <p:cNvGrpSpPr/>
          <p:nvPr userDrawn="1"/>
        </p:nvGrpSpPr>
        <p:grpSpPr>
          <a:xfrm>
            <a:off x="692151" y="1979427"/>
            <a:ext cx="10807637" cy="3437453"/>
            <a:chOff x="690889" y="1979426"/>
            <a:chExt cx="10787936" cy="3437453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D247FBA0-6236-4D93-A681-2816EDF52ED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81984" y="2928312"/>
              <a:ext cx="2757115" cy="1443177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5" name="Afbeelding 4">
              <a:extLst>
                <a:ext uri="{FF2B5EF4-FFF2-40B4-BE49-F238E27FC236}">
                  <a16:creationId xmlns:a16="http://schemas.microsoft.com/office/drawing/2014/main" id="{FAABE902-541F-43CD-B0AB-BAE7064CE4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28720" y="2922054"/>
              <a:ext cx="2760606" cy="1443633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pic>
          <p:nvPicPr>
            <p:cNvPr id="4" name="Afbeelding 3">
              <a:extLst>
                <a:ext uri="{FF2B5EF4-FFF2-40B4-BE49-F238E27FC236}">
                  <a16:creationId xmlns:a16="http://schemas.microsoft.com/office/drawing/2014/main" id="{15E11FFE-88B5-4A5D-8FE3-E92B473F349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90889" y="2942759"/>
              <a:ext cx="2735216" cy="1429545"/>
            </a:xfrm>
            <a:prstGeom prst="rect">
              <a:avLst/>
            </a:prstGeom>
            <a:ln>
              <a:solidFill>
                <a:srgbClr val="8C8F92"/>
              </a:solidFill>
            </a:ln>
          </p:spPr>
        </p:pic>
        <p:grpSp>
          <p:nvGrpSpPr>
            <p:cNvPr id="35" name="Groep 34"/>
            <p:cNvGrpSpPr/>
            <p:nvPr userDrawn="1"/>
          </p:nvGrpSpPr>
          <p:grpSpPr>
            <a:xfrm>
              <a:off x="691258" y="1979426"/>
              <a:ext cx="10787567" cy="3437453"/>
              <a:chOff x="435100" y="2165458"/>
              <a:chExt cx="10787567" cy="3437453"/>
            </a:xfrm>
          </p:grpSpPr>
          <p:grpSp>
            <p:nvGrpSpPr>
              <p:cNvPr id="42" name="Groep 41"/>
              <p:cNvGrpSpPr/>
              <p:nvPr/>
            </p:nvGrpSpPr>
            <p:grpSpPr>
              <a:xfrm>
                <a:off x="689183" y="2317897"/>
                <a:ext cx="1819124" cy="1488559"/>
                <a:chOff x="1576217" y="1539637"/>
                <a:chExt cx="2497599" cy="2043743"/>
              </a:xfrm>
            </p:grpSpPr>
            <p:sp>
              <p:nvSpPr>
                <p:cNvPr id="70" name="Ovaal 69"/>
                <p:cNvSpPr/>
                <p:nvPr/>
              </p:nvSpPr>
              <p:spPr>
                <a:xfrm>
                  <a:off x="1576217" y="2624542"/>
                  <a:ext cx="268099" cy="268101"/>
                </a:xfrm>
                <a:prstGeom prst="ellipse">
                  <a:avLst/>
                </a:prstGeom>
                <a:solidFill>
                  <a:schemeClr val="bg1">
                    <a:alpha val="0"/>
                  </a:schemeClr>
                </a:solidFill>
                <a:ln w="19050">
                  <a:solidFill>
                    <a:srgbClr val="0096A5"/>
                  </a:solidFill>
                </a:ln>
                <a:effectLst>
                  <a:outerShdw dir="8100000" sx="105000" sy="105000" algn="tr" rotWithShape="0">
                    <a:srgbClr val="000000">
                      <a:alpha val="60000"/>
                    </a:srgb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/>
                  <a:endParaRPr lang="nl-NL" sz="1800">
                    <a:latin typeface="+mn-lt"/>
                  </a:endParaRPr>
                </a:p>
              </p:txBody>
            </p:sp>
            <p:cxnSp>
              <p:nvCxnSpPr>
                <p:cNvPr id="72" name="Rechte verbindingslijn 71"/>
                <p:cNvCxnSpPr>
                  <a:cxnSpLocks/>
                </p:cNvCxnSpPr>
                <p:nvPr/>
              </p:nvCxnSpPr>
              <p:spPr>
                <a:xfrm flipH="1">
                  <a:off x="1710267" y="1539637"/>
                  <a:ext cx="2013194" cy="1093496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Rechte verbindingslijn 72"/>
                <p:cNvCxnSpPr>
                  <a:cxnSpLocks/>
                </p:cNvCxnSpPr>
                <p:nvPr/>
              </p:nvCxnSpPr>
              <p:spPr>
                <a:xfrm flipH="1" flipV="1">
                  <a:off x="1693333" y="2878667"/>
                  <a:ext cx="2380483" cy="704713"/>
                </a:xfrm>
                <a:prstGeom prst="line">
                  <a:avLst/>
                </a:prstGeom>
                <a:ln w="28575">
                  <a:solidFill>
                    <a:srgbClr val="0096A5"/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3" name="Groep 42"/>
              <p:cNvGrpSpPr/>
              <p:nvPr/>
            </p:nvGrpSpPr>
            <p:grpSpPr>
              <a:xfrm>
                <a:off x="4524700" y="3531339"/>
                <a:ext cx="135750" cy="135750"/>
                <a:chOff x="6569918" y="3240107"/>
                <a:chExt cx="430310" cy="430310"/>
              </a:xfrm>
            </p:grpSpPr>
            <p:sp>
              <p:nvSpPr>
                <p:cNvPr id="59" name="Ovaal 58"/>
                <p:cNvSpPr/>
                <p:nvPr/>
              </p:nvSpPr>
              <p:spPr>
                <a:xfrm>
                  <a:off x="6569918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61" name="Vermenigvuldigen 49"/>
                <p:cNvSpPr/>
                <p:nvPr/>
              </p:nvSpPr>
              <p:spPr>
                <a:xfrm>
                  <a:off x="6579279" y="3259665"/>
                  <a:ext cx="403927" cy="403927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44" name="Ovaal 43"/>
              <p:cNvSpPr/>
              <p:nvPr/>
            </p:nvSpPr>
            <p:spPr>
              <a:xfrm>
                <a:off x="4498329" y="3511480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45" name="Rechte verbindingslijn 44"/>
              <p:cNvCxnSpPr>
                <a:cxnSpLocks/>
                <a:stCxn id="40" idx="1"/>
              </p:cNvCxnSpPr>
              <p:nvPr/>
            </p:nvCxnSpPr>
            <p:spPr>
              <a:xfrm flipH="1">
                <a:off x="4592067" y="2411559"/>
                <a:ext cx="1394690" cy="997615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Rechte verbindingslijn 46"/>
              <p:cNvCxnSpPr>
                <a:cxnSpLocks/>
              </p:cNvCxnSpPr>
              <p:nvPr/>
            </p:nvCxnSpPr>
            <p:spPr>
              <a:xfrm flipH="1" flipV="1">
                <a:off x="4611117" y="3714750"/>
                <a:ext cx="1962150" cy="13335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Ovaal 47"/>
              <p:cNvSpPr/>
              <p:nvPr/>
            </p:nvSpPr>
            <p:spPr>
              <a:xfrm>
                <a:off x="43510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A</a:t>
                </a:r>
              </a:p>
            </p:txBody>
          </p:sp>
          <p:sp>
            <p:nvSpPr>
              <p:cNvPr id="49" name="Ovaal 48"/>
              <p:cNvSpPr/>
              <p:nvPr/>
            </p:nvSpPr>
            <p:spPr>
              <a:xfrm>
                <a:off x="4273589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B</a:t>
                </a:r>
              </a:p>
            </p:txBody>
          </p:sp>
          <p:grpSp>
            <p:nvGrpSpPr>
              <p:cNvPr id="50" name="Groep 49"/>
              <p:cNvGrpSpPr/>
              <p:nvPr/>
            </p:nvGrpSpPr>
            <p:grpSpPr>
              <a:xfrm>
                <a:off x="6610285" y="2756643"/>
                <a:ext cx="433398" cy="433398"/>
                <a:chOff x="7376403" y="3240107"/>
                <a:chExt cx="430310" cy="430310"/>
              </a:xfrm>
            </p:grpSpPr>
            <p:sp>
              <p:nvSpPr>
                <p:cNvPr id="57" name="Ovaal 56"/>
                <p:cNvSpPr/>
                <p:nvPr/>
              </p:nvSpPr>
              <p:spPr>
                <a:xfrm>
                  <a:off x="7376403" y="3240107"/>
                  <a:ext cx="430310" cy="43031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  <p:sp>
              <p:nvSpPr>
                <p:cNvPr id="58" name="Vermenigvuldigen 40"/>
                <p:cNvSpPr/>
                <p:nvPr/>
              </p:nvSpPr>
              <p:spPr>
                <a:xfrm>
                  <a:off x="7389594" y="3259666"/>
                  <a:ext cx="403928" cy="403928"/>
                </a:xfrm>
                <a:prstGeom prst="mathMultiply">
                  <a:avLst>
                    <a:gd name="adj1" fmla="val 5380"/>
                  </a:avLst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273" tIns="45637" rIns="91273" bIns="45637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nl-NL" sz="2396">
                    <a:latin typeface="+mn-lt"/>
                  </a:endParaRPr>
                </a:p>
              </p:txBody>
            </p:sp>
          </p:grpSp>
          <p:sp>
            <p:nvSpPr>
              <p:cNvPr id="51" name="Tekstvak 50"/>
              <p:cNvSpPr txBox="1"/>
              <p:nvPr/>
            </p:nvSpPr>
            <p:spPr>
              <a:xfrm>
                <a:off x="8516760" y="4854881"/>
                <a:ext cx="2697316" cy="74803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>
                <a:defPPr>
                  <a:defRPr lang="nl-NL"/>
                </a:defPPr>
                <a:lvl1pPr>
                  <a:lnSpc>
                    <a:spcPct val="90000"/>
                  </a:lnSpc>
                  <a:defRPr sz="1000">
                    <a:solidFill>
                      <a:srgbClr val="44546A"/>
                    </a:solidFill>
                  </a:defRPr>
                </a:lvl1pPr>
              </a:lstStyle>
              <a:p>
                <a:pPr lvl="0"/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Klik met je rechter muisknop op de miniatuur weergave van de dia, aan de linker kant van het scherm. Kies </a:t>
                </a:r>
                <a:r>
                  <a:rPr lang="nl-NL" sz="1000" b="1">
                    <a:solidFill>
                      <a:srgbClr val="44546A"/>
                    </a:solidFill>
                    <a:latin typeface="+mn-lt"/>
                  </a:rPr>
                  <a:t>‘Dia herstellen’</a:t>
                </a:r>
                <a:r>
                  <a:rPr lang="nl-NL" sz="1000">
                    <a:solidFill>
                      <a:srgbClr val="44546A"/>
                    </a:solidFill>
                    <a:latin typeface="+mn-lt"/>
                  </a:rPr>
                  <a:t> om de opmaak van de dia weer te herstellen, volgens template instellingen.</a:t>
                </a:r>
              </a:p>
            </p:txBody>
          </p:sp>
          <p:sp>
            <p:nvSpPr>
              <p:cNvPr id="52" name="Ovaal 51"/>
              <p:cNvSpPr/>
              <p:nvPr/>
            </p:nvSpPr>
            <p:spPr>
              <a:xfrm>
                <a:off x="8465635" y="3979522"/>
                <a:ext cx="195270" cy="195270"/>
              </a:xfrm>
              <a:prstGeom prst="ellipse">
                <a:avLst/>
              </a:prstGeom>
              <a:solidFill>
                <a:schemeClr val="bg1">
                  <a:alpha val="0"/>
                </a:schemeClr>
              </a:solidFill>
              <a:ln w="19050">
                <a:solidFill>
                  <a:srgbClr val="0096A5"/>
                </a:solidFill>
              </a:ln>
              <a:effectLst>
                <a:outerShdw dir="8100000" sx="105000" sy="105000" algn="tr" rotWithShape="0">
                  <a:srgbClr val="000000">
                    <a:alpha val="60000"/>
                  </a:srgb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/>
                <a:endParaRPr lang="nl-NL" sz="1800">
                  <a:latin typeface="+mn-lt"/>
                </a:endParaRPr>
              </a:p>
            </p:txBody>
          </p:sp>
          <p:cxnSp>
            <p:nvCxnSpPr>
              <p:cNvPr id="53" name="Rechte verbindingslijn 52"/>
              <p:cNvCxnSpPr>
                <a:cxnSpLocks/>
              </p:cNvCxnSpPr>
              <p:nvPr/>
            </p:nvCxnSpPr>
            <p:spPr>
              <a:xfrm flipH="1">
                <a:off x="8497317" y="2392326"/>
                <a:ext cx="1315559" cy="1608174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Rechte verbindingslijn 53"/>
              <p:cNvCxnSpPr>
                <a:cxnSpLocks/>
                <a:endCxn id="52" idx="5"/>
              </p:cNvCxnSpPr>
              <p:nvPr/>
            </p:nvCxnSpPr>
            <p:spPr>
              <a:xfrm flipH="1">
                <a:off x="8632308" y="3819525"/>
                <a:ext cx="1989084" cy="326670"/>
              </a:xfrm>
              <a:prstGeom prst="line">
                <a:avLst/>
              </a:prstGeom>
              <a:ln w="28575">
                <a:solidFill>
                  <a:srgbClr val="0096A5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al 55"/>
              <p:cNvSpPr/>
              <p:nvPr/>
            </p:nvSpPr>
            <p:spPr>
              <a:xfrm>
                <a:off x="8117980" y="4744072"/>
                <a:ext cx="313200" cy="313200"/>
              </a:xfrm>
              <a:prstGeom prst="ellipse">
                <a:avLst/>
              </a:prstGeom>
              <a:solidFill>
                <a:srgbClr val="44546A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lvl="0" algn="ctr">
                  <a:lnSpc>
                    <a:spcPct val="8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1000" b="1" cap="all">
                    <a:solidFill>
                      <a:schemeClr val="bg1"/>
                    </a:solidFill>
                    <a:latin typeface="+mn-lt"/>
                  </a:rPr>
                  <a:t>C</a:t>
                </a:r>
              </a:p>
            </p:txBody>
          </p:sp>
          <p:pic>
            <p:nvPicPr>
              <p:cNvPr id="40" name="Afbeelding 39"/>
              <p:cNvPicPr>
                <a:picLocks/>
              </p:cNvPicPr>
              <p:nvPr/>
            </p:nvPicPr>
            <p:blipFill rotWithShape="1"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5741291" y="2165880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55" name="Afbeelding 54"/>
              <p:cNvPicPr>
                <a:picLocks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545067" y="2165458"/>
                <a:ext cx="1677600" cy="1676147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38" name="Afbeelding 37"/>
              <p:cNvPicPr>
                <a:picLocks/>
              </p:cNvPicPr>
              <p:nvPr/>
            </p:nvPicPr>
            <p:blipFill rotWithShape="1">
              <a:blip r:embed="rId7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902822" y="2165458"/>
                <a:ext cx="1676146" cy="1677600"/>
              </a:xfrm>
              <a:prstGeom prst="ellipse">
                <a:avLst/>
              </a:prstGeom>
              <a:ln w="3175">
                <a:solidFill>
                  <a:srgbClr val="0096A5"/>
                </a:solidFill>
              </a:ln>
              <a:effectLst>
                <a:outerShdw dir="8100000" sx="102000" sy="102000" algn="tr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grpSp>
        <p:nvGrpSpPr>
          <p:cNvPr id="63" name="GRID" hidden="1"/>
          <p:cNvGrpSpPr/>
          <p:nvPr userDrawn="1"/>
        </p:nvGrpSpPr>
        <p:grpSpPr>
          <a:xfrm>
            <a:off x="0" y="0"/>
            <a:ext cx="12191999" cy="6858000"/>
            <a:chOff x="0" y="0"/>
            <a:chExt cx="12169774" cy="6858000"/>
          </a:xfrm>
        </p:grpSpPr>
        <p:sp>
          <p:nvSpPr>
            <p:cNvPr id="64" name="Rechthoek 63"/>
            <p:cNvSpPr/>
            <p:nvPr userDrawn="1"/>
          </p:nvSpPr>
          <p:spPr>
            <a:xfrm>
              <a:off x="0" y="6057304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5" name="Rechthoek 64"/>
            <p:cNvSpPr/>
            <p:nvPr userDrawn="1"/>
          </p:nvSpPr>
          <p:spPr>
            <a:xfrm>
              <a:off x="0" y="0"/>
              <a:ext cx="12169774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6" name="Rechthoek 65"/>
            <p:cNvSpPr/>
            <p:nvPr userDrawn="1"/>
          </p:nvSpPr>
          <p:spPr>
            <a:xfrm rot="5400000">
              <a:off x="-3082652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7" name="Rechthoek 66"/>
            <p:cNvSpPr/>
            <p:nvPr userDrawn="1"/>
          </p:nvSpPr>
          <p:spPr>
            <a:xfrm rot="5400000">
              <a:off x="8391004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8" name="Rechthoek 67"/>
            <p:cNvSpPr/>
            <p:nvPr userDrawn="1"/>
          </p:nvSpPr>
          <p:spPr>
            <a:xfrm>
              <a:off x="0" y="1124808"/>
              <a:ext cx="12169774" cy="576002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69" name="Rechthoek 68"/>
            <p:cNvSpPr/>
            <p:nvPr userDrawn="1"/>
          </p:nvSpPr>
          <p:spPr>
            <a:xfrm rot="5400000">
              <a:off x="760320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1" name="Rechthoek 70"/>
            <p:cNvSpPr/>
            <p:nvPr userDrawn="1"/>
          </p:nvSpPr>
          <p:spPr>
            <a:xfrm>
              <a:off x="0" y="4558336"/>
              <a:ext cx="12169774" cy="180239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4" name="Rechthoek 73"/>
            <p:cNvSpPr/>
            <p:nvPr userDrawn="1"/>
          </p:nvSpPr>
          <p:spPr>
            <a:xfrm rot="5400000">
              <a:off x="288408" y="5406273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5" name="Rechthoek 74"/>
            <p:cNvSpPr/>
            <p:nvPr userDrawn="1"/>
          </p:nvSpPr>
          <p:spPr>
            <a:xfrm rot="5400000">
              <a:off x="4146704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76" name="Rechthoek 75"/>
            <p:cNvSpPr/>
            <p:nvPr userDrawn="1"/>
          </p:nvSpPr>
          <p:spPr>
            <a:xfrm rot="5400000">
              <a:off x="4598789" y="3082652"/>
              <a:ext cx="6858000" cy="692696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  <p:sp>
          <p:nvSpPr>
            <p:cNvPr id="80" name="Rechthoek 79"/>
            <p:cNvSpPr/>
            <p:nvPr userDrawn="1"/>
          </p:nvSpPr>
          <p:spPr>
            <a:xfrm rot="5400000">
              <a:off x="7990288" y="5320345"/>
              <a:ext cx="1495007" cy="70253"/>
            </a:xfrm>
            <a:prstGeom prst="rec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 sz="1800"/>
            </a:p>
          </p:txBody>
        </p:sp>
      </p:grpSp>
      <p:sp>
        <p:nvSpPr>
          <p:cNvPr id="78" name="Tekstvak 77"/>
          <p:cNvSpPr txBox="1"/>
          <p:nvPr userDrawn="1"/>
        </p:nvSpPr>
        <p:spPr>
          <a:xfrm>
            <a:off x="1072994" y="4667649"/>
            <a:ext cx="2773568" cy="80785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</a:pPr>
            <a:r>
              <a:rPr lang="nl-NL" sz="1000">
                <a:solidFill>
                  <a:srgbClr val="44546A"/>
                </a:solidFill>
                <a:latin typeface="+mn-lt"/>
              </a:rPr>
              <a:t>Klik op de knop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‘Nieuwe dia’</a:t>
            </a:r>
            <a:br>
              <a:rPr lang="nl-NL" sz="1000" b="1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om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template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indeling toe te voegen.</a:t>
            </a:r>
            <a:endParaRPr lang="en-GB" sz="1000">
              <a:solidFill>
                <a:srgbClr val="44546A"/>
              </a:solidFill>
              <a:latin typeface="+mn-lt"/>
            </a:endParaRPr>
          </a:p>
        </p:txBody>
      </p:sp>
      <p:sp>
        <p:nvSpPr>
          <p:cNvPr id="79" name="Tekstvak 78"/>
          <p:cNvSpPr txBox="1"/>
          <p:nvPr userDrawn="1"/>
        </p:nvSpPr>
        <p:spPr>
          <a:xfrm>
            <a:off x="4935951" y="4667649"/>
            <a:ext cx="2748843" cy="75043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>
            <a:defPPr>
              <a:defRPr lang="nl-NL"/>
            </a:defPPr>
            <a:lvl1pPr>
              <a:lnSpc>
                <a:spcPct val="90000"/>
              </a:lnSpc>
              <a:defRPr sz="1050">
                <a:solidFill>
                  <a:srgbClr val="44546A"/>
                </a:solidFill>
              </a:defRPr>
            </a:lvl1pPr>
          </a:lstStyle>
          <a:p>
            <a:pPr lvl="0"/>
            <a:r>
              <a:rPr lang="nl-NL" sz="1000" b="1">
                <a:solidFill>
                  <a:srgbClr val="FF7800"/>
                </a:solidFill>
                <a:latin typeface="+mn-lt"/>
              </a:rPr>
              <a:t>Let op: </a:t>
            </a:r>
            <a:br>
              <a:rPr lang="nl-NL" sz="1000"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Het is </a:t>
            </a:r>
            <a:r>
              <a:rPr lang="nl-NL" sz="1000" b="1" u="sng">
                <a:solidFill>
                  <a:srgbClr val="44546A"/>
                </a:solidFill>
                <a:latin typeface="+mn-lt"/>
              </a:rPr>
              <a:t>niet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mogelijk een slide te kopiëren </a:t>
            </a:r>
            <a:br>
              <a:rPr lang="nl-NL" sz="1000">
                <a:solidFill>
                  <a:srgbClr val="44546A"/>
                </a:solidFill>
                <a:latin typeface="+mn-lt"/>
              </a:rPr>
            </a:br>
            <a:r>
              <a:rPr lang="nl-NL" sz="1000">
                <a:solidFill>
                  <a:srgbClr val="44546A"/>
                </a:solidFill>
                <a:latin typeface="+mn-lt"/>
              </a:rPr>
              <a:t>met een </a:t>
            </a:r>
            <a:r>
              <a:rPr lang="nl-NL" sz="1000" b="1">
                <a:solidFill>
                  <a:srgbClr val="44546A"/>
                </a:solidFill>
                <a:latin typeface="+mn-lt"/>
              </a:rPr>
              <a:t>andere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opmaak. Teksten en andere objecten dienen </a:t>
            </a:r>
            <a:r>
              <a:rPr lang="nl-NL" sz="1000" b="1">
                <a:solidFill>
                  <a:srgbClr val="FF7800"/>
                </a:solidFill>
                <a:latin typeface="+mn-lt"/>
              </a:rPr>
              <a:t>één-voor-één</a:t>
            </a:r>
            <a:r>
              <a:rPr lang="nl-NL" sz="1000">
                <a:solidFill>
                  <a:srgbClr val="44546A"/>
                </a:solidFill>
                <a:latin typeface="+mn-lt"/>
              </a:rPr>
              <a:t> te worden over gekopieerd, van de originele dia naar de nieuwe.</a:t>
            </a:r>
          </a:p>
        </p:txBody>
      </p:sp>
      <p:sp>
        <p:nvSpPr>
          <p:cNvPr id="77" name="Tijdelijke aanduiding voor tekst 58"/>
          <p:cNvSpPr txBox="1">
            <a:spLocks/>
          </p:cNvSpPr>
          <p:nvPr userDrawn="1"/>
        </p:nvSpPr>
        <p:spPr>
          <a:xfrm>
            <a:off x="1" y="6750000"/>
            <a:ext cx="12192000" cy="108000"/>
          </a:xfrm>
          <a:prstGeom prst="rect">
            <a:avLst/>
          </a:prstGeom>
          <a:solidFill>
            <a:srgbClr val="0096A5"/>
          </a:solidFill>
          <a:effectLst>
            <a:innerShdw blurRad="114300" dist="38100" dir="16200000">
              <a:prstClr val="black">
                <a:alpha val="20000"/>
              </a:prstClr>
            </a:innerShdw>
          </a:effectLst>
        </p:spPr>
        <p:txBody>
          <a:bodyPr vert="horz" lIns="72000" tIns="108000" rIns="72000" bIns="36000" rtlCol="0" anchor="ctr">
            <a:noAutofit/>
          </a:bodyPr>
          <a:lstStyle>
            <a:lvl1pPr marL="180975" indent="-180975" algn="ctr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lang="nl-NL" sz="2000" kern="1200" cap="all" baseline="0" smtClean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  <a:lvl2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lang="nl-NL" sz="160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-"/>
              <a:defRPr lang="nl-NL" sz="1600" kern="1200" smtClean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nl-NL" sz="1600" b="0" i="0" kern="1200" smtClea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lang="en-US" sz="1400" b="0" i="0" kern="1200" cap="all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80975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Courier New" panose="02070309020205020404" pitchFamily="49" charset="0"/>
              <a:buChar char="o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360363" indent="-17938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541338" indent="-180975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Arial" panose="020B0604020202020204" pitchFamily="34" charset="0"/>
              <a:buChar char="-"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nl-NL" sz="2000"/>
          </a:p>
        </p:txBody>
      </p:sp>
      <p:cxnSp>
        <p:nvCxnSpPr>
          <p:cNvPr id="62" name="Rechte verbindingslijn 61"/>
          <p:cNvCxnSpPr>
            <a:cxnSpLocks/>
          </p:cNvCxnSpPr>
          <p:nvPr userDrawn="1"/>
        </p:nvCxnSpPr>
        <p:spPr>
          <a:xfrm>
            <a:off x="693962" y="1124808"/>
            <a:ext cx="9946827" cy="0"/>
          </a:xfrm>
          <a:prstGeom prst="line">
            <a:avLst/>
          </a:prstGeom>
          <a:ln w="12700">
            <a:solidFill>
              <a:srgbClr val="E7E6E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Vrije vorm 308"/>
          <p:cNvSpPr/>
          <p:nvPr userDrawn="1"/>
        </p:nvSpPr>
        <p:spPr>
          <a:xfrm>
            <a:off x="11056395" y="692697"/>
            <a:ext cx="434787" cy="433993"/>
          </a:xfrm>
          <a:custGeom>
            <a:avLst/>
            <a:gdLst>
              <a:gd name="connsiteX0" fmla="*/ 3160837 w 6321674"/>
              <a:gd name="connsiteY0" fmla="*/ 0 h 6321674"/>
              <a:gd name="connsiteX1" fmla="*/ 6321674 w 6321674"/>
              <a:gd name="connsiteY1" fmla="*/ 3160837 h 6321674"/>
              <a:gd name="connsiteX2" fmla="*/ 6073280 w 6321674"/>
              <a:gd name="connsiteY2" fmla="*/ 4391178 h 6321674"/>
              <a:gd name="connsiteX3" fmla="*/ 6050767 w 6321674"/>
              <a:gd name="connsiteY3" fmla="*/ 4437912 h 6321674"/>
              <a:gd name="connsiteX4" fmla="*/ 5808464 w 6321674"/>
              <a:gd name="connsiteY4" fmla="*/ 4437912 h 6321674"/>
              <a:gd name="connsiteX5" fmla="*/ 4886641 w 6321674"/>
              <a:gd name="connsiteY5" fmla="*/ 3516089 h 6321674"/>
              <a:gd name="connsiteX6" fmla="*/ 4886641 w 6321674"/>
              <a:gd name="connsiteY6" fmla="*/ 2976234 h 6321674"/>
              <a:gd name="connsiteX7" fmla="*/ 4861424 w 6321674"/>
              <a:gd name="connsiteY7" fmla="*/ 2811002 h 6321674"/>
              <a:gd name="connsiteX8" fmla="*/ 3160837 w 6321674"/>
              <a:gd name="connsiteY8" fmla="*/ 1424984 h 6321674"/>
              <a:gd name="connsiteX9" fmla="*/ 1759746 w 6321674"/>
              <a:gd name="connsiteY9" fmla="*/ 1424984 h 6321674"/>
              <a:gd name="connsiteX10" fmla="*/ 2750811 w 6321674"/>
              <a:gd name="connsiteY10" fmla="*/ 2416049 h 6321674"/>
              <a:gd name="connsiteX11" fmla="*/ 2828413 w 6321674"/>
              <a:gd name="connsiteY11" fmla="*/ 2373928 h 6321674"/>
              <a:gd name="connsiteX12" fmla="*/ 3160836 w 6321674"/>
              <a:gd name="connsiteY12" fmla="*/ 2306815 h 6321674"/>
              <a:gd name="connsiteX13" fmla="*/ 4014858 w 6321674"/>
              <a:gd name="connsiteY13" fmla="*/ 3160837 h 6321674"/>
              <a:gd name="connsiteX14" fmla="*/ 3947745 w 6321674"/>
              <a:gd name="connsiteY14" fmla="*/ 3493261 h 6321674"/>
              <a:gd name="connsiteX15" fmla="*/ 3905624 w 6321674"/>
              <a:gd name="connsiteY15" fmla="*/ 3570862 h 6321674"/>
              <a:gd name="connsiteX16" fmla="*/ 4978204 w 6321674"/>
              <a:gd name="connsiteY16" fmla="*/ 4651491 h 6321674"/>
              <a:gd name="connsiteX17" fmla="*/ 5564528 w 6321674"/>
              <a:gd name="connsiteY17" fmla="*/ 4886642 h 6321674"/>
              <a:gd name="connsiteX18" fmla="*/ 5807033 w 6321674"/>
              <a:gd name="connsiteY18" fmla="*/ 4886642 h 6321674"/>
              <a:gd name="connsiteX19" fmla="*/ 5781853 w 6321674"/>
              <a:gd name="connsiteY19" fmla="*/ 4928091 h 6321674"/>
              <a:gd name="connsiteX20" fmla="*/ 3160837 w 6321674"/>
              <a:gd name="connsiteY20" fmla="*/ 6321674 h 6321674"/>
              <a:gd name="connsiteX21" fmla="*/ 0 w 6321674"/>
              <a:gd name="connsiteY21" fmla="*/ 3160837 h 6321674"/>
              <a:gd name="connsiteX22" fmla="*/ 248395 w 6321674"/>
              <a:gd name="connsiteY22" fmla="*/ 1930497 h 6321674"/>
              <a:gd name="connsiteX23" fmla="*/ 278958 w 6321674"/>
              <a:gd name="connsiteY23" fmla="*/ 1867050 h 6321674"/>
              <a:gd name="connsiteX24" fmla="*/ 523257 w 6321674"/>
              <a:gd name="connsiteY24" fmla="*/ 1867050 h 6321674"/>
              <a:gd name="connsiteX25" fmla="*/ 1445080 w 6321674"/>
              <a:gd name="connsiteY25" fmla="*/ 2788873 h 6321674"/>
              <a:gd name="connsiteX26" fmla="*/ 1445080 w 6321674"/>
              <a:gd name="connsiteY26" fmla="*/ 3411271 h 6321674"/>
              <a:gd name="connsiteX27" fmla="*/ 1460251 w 6321674"/>
              <a:gd name="connsiteY27" fmla="*/ 3510672 h 6321674"/>
              <a:gd name="connsiteX28" fmla="*/ 3160837 w 6321674"/>
              <a:gd name="connsiteY28" fmla="*/ 4896690 h 6321674"/>
              <a:gd name="connsiteX29" fmla="*/ 4561928 w 6321674"/>
              <a:gd name="connsiteY29" fmla="*/ 4896690 h 6321674"/>
              <a:gd name="connsiteX30" fmla="*/ 3570862 w 6321674"/>
              <a:gd name="connsiteY30" fmla="*/ 3905624 h 6321674"/>
              <a:gd name="connsiteX31" fmla="*/ 3493260 w 6321674"/>
              <a:gd name="connsiteY31" fmla="*/ 3947745 h 6321674"/>
              <a:gd name="connsiteX32" fmla="*/ 3160836 w 6321674"/>
              <a:gd name="connsiteY32" fmla="*/ 4014859 h 6321674"/>
              <a:gd name="connsiteX33" fmla="*/ 2306814 w 6321674"/>
              <a:gd name="connsiteY33" fmla="*/ 3160837 h 6321674"/>
              <a:gd name="connsiteX34" fmla="*/ 2373928 w 6321674"/>
              <a:gd name="connsiteY34" fmla="*/ 2828413 h 6321674"/>
              <a:gd name="connsiteX35" fmla="*/ 2416050 w 6321674"/>
              <a:gd name="connsiteY35" fmla="*/ 2750811 h 6321674"/>
              <a:gd name="connsiteX36" fmla="*/ 1433758 w 6321674"/>
              <a:gd name="connsiteY36" fmla="*/ 1759384 h 6321674"/>
              <a:gd name="connsiteX37" fmla="*/ 731545 w 6321674"/>
              <a:gd name="connsiteY37" fmla="*/ 1403612 h 6321674"/>
              <a:gd name="connsiteX38" fmla="*/ 533729 w 6321674"/>
              <a:gd name="connsiteY38" fmla="*/ 1403612 h 6321674"/>
              <a:gd name="connsiteX39" fmla="*/ 539822 w 6321674"/>
              <a:gd name="connsiteY39" fmla="*/ 1393583 h 6321674"/>
              <a:gd name="connsiteX40" fmla="*/ 3160837 w 6321674"/>
              <a:gd name="connsiteY40" fmla="*/ 0 h 6321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6321674" h="6321674">
                <a:moveTo>
                  <a:pt x="3160837" y="0"/>
                </a:moveTo>
                <a:cubicBezTo>
                  <a:pt x="4906519" y="0"/>
                  <a:pt x="6321674" y="1415155"/>
                  <a:pt x="6321674" y="3160837"/>
                </a:cubicBezTo>
                <a:cubicBezTo>
                  <a:pt x="6321674" y="3597258"/>
                  <a:pt x="6233227" y="4013020"/>
                  <a:pt x="6073280" y="4391178"/>
                </a:cubicBezTo>
                <a:lnTo>
                  <a:pt x="6050767" y="4437912"/>
                </a:lnTo>
                <a:lnTo>
                  <a:pt x="5808464" y="4437912"/>
                </a:lnTo>
                <a:cubicBezTo>
                  <a:pt x="5299355" y="4437912"/>
                  <a:pt x="4886641" y="4025198"/>
                  <a:pt x="4886641" y="3516089"/>
                </a:cubicBezTo>
                <a:lnTo>
                  <a:pt x="4886641" y="2976234"/>
                </a:lnTo>
                <a:lnTo>
                  <a:pt x="4861424" y="2811002"/>
                </a:lnTo>
                <a:cubicBezTo>
                  <a:pt x="4699562" y="2020003"/>
                  <a:pt x="3999687" y="1424984"/>
                  <a:pt x="3160837" y="1424984"/>
                </a:cubicBezTo>
                <a:lnTo>
                  <a:pt x="1759746" y="1424984"/>
                </a:lnTo>
                <a:lnTo>
                  <a:pt x="2750811" y="2416049"/>
                </a:lnTo>
                <a:lnTo>
                  <a:pt x="2828413" y="2373928"/>
                </a:lnTo>
                <a:cubicBezTo>
                  <a:pt x="2930586" y="2330712"/>
                  <a:pt x="3042921" y="2306815"/>
                  <a:pt x="3160836" y="2306815"/>
                </a:cubicBezTo>
                <a:cubicBezTo>
                  <a:pt x="3632499" y="2306815"/>
                  <a:pt x="4014858" y="2689174"/>
                  <a:pt x="4014858" y="3160837"/>
                </a:cubicBezTo>
                <a:cubicBezTo>
                  <a:pt x="4014858" y="3278753"/>
                  <a:pt x="3990961" y="3391087"/>
                  <a:pt x="3947745" y="3493261"/>
                </a:cubicBezTo>
                <a:lnTo>
                  <a:pt x="3905624" y="3570862"/>
                </a:lnTo>
                <a:lnTo>
                  <a:pt x="4978204" y="4651491"/>
                </a:lnTo>
                <a:cubicBezTo>
                  <a:pt x="5125286" y="4798573"/>
                  <a:pt x="5340089" y="4886642"/>
                  <a:pt x="5564528" y="4886642"/>
                </a:cubicBezTo>
                <a:lnTo>
                  <a:pt x="5807033" y="4886642"/>
                </a:lnTo>
                <a:lnTo>
                  <a:pt x="5781853" y="4928091"/>
                </a:lnTo>
                <a:cubicBezTo>
                  <a:pt x="5213828" y="5768879"/>
                  <a:pt x="4251889" y="6321674"/>
                  <a:pt x="3160837" y="6321674"/>
                </a:cubicBezTo>
                <a:cubicBezTo>
                  <a:pt x="1415155" y="6321674"/>
                  <a:pt x="0" y="4906519"/>
                  <a:pt x="0" y="3160837"/>
                </a:cubicBezTo>
                <a:cubicBezTo>
                  <a:pt x="0" y="2724417"/>
                  <a:pt x="88448" y="2308654"/>
                  <a:pt x="248395" y="1930497"/>
                </a:cubicBezTo>
                <a:lnTo>
                  <a:pt x="278958" y="1867050"/>
                </a:lnTo>
                <a:lnTo>
                  <a:pt x="523257" y="1867050"/>
                </a:lnTo>
                <a:cubicBezTo>
                  <a:pt x="1032366" y="1867050"/>
                  <a:pt x="1445080" y="2279764"/>
                  <a:pt x="1445080" y="2788873"/>
                </a:cubicBezTo>
                <a:lnTo>
                  <a:pt x="1445080" y="3411271"/>
                </a:lnTo>
                <a:lnTo>
                  <a:pt x="1460251" y="3510672"/>
                </a:lnTo>
                <a:cubicBezTo>
                  <a:pt x="1622113" y="4301671"/>
                  <a:pt x="2321988" y="4896690"/>
                  <a:pt x="3160837" y="4896690"/>
                </a:cubicBezTo>
                <a:lnTo>
                  <a:pt x="4561928" y="4896690"/>
                </a:lnTo>
                <a:lnTo>
                  <a:pt x="3570862" y="3905624"/>
                </a:lnTo>
                <a:lnTo>
                  <a:pt x="3493260" y="3947745"/>
                </a:lnTo>
                <a:cubicBezTo>
                  <a:pt x="3391086" y="3990961"/>
                  <a:pt x="3278752" y="4014859"/>
                  <a:pt x="3160836" y="4014859"/>
                </a:cubicBezTo>
                <a:cubicBezTo>
                  <a:pt x="2689173" y="4014859"/>
                  <a:pt x="2306814" y="3632500"/>
                  <a:pt x="2306814" y="3160837"/>
                </a:cubicBezTo>
                <a:cubicBezTo>
                  <a:pt x="2306814" y="3042921"/>
                  <a:pt x="2330712" y="2930587"/>
                  <a:pt x="2373928" y="2828413"/>
                </a:cubicBezTo>
                <a:lnTo>
                  <a:pt x="2416050" y="2750811"/>
                </a:lnTo>
                <a:lnTo>
                  <a:pt x="1433758" y="1759384"/>
                </a:lnTo>
                <a:cubicBezTo>
                  <a:pt x="1244033" y="1545756"/>
                  <a:pt x="1012094" y="1403612"/>
                  <a:pt x="731545" y="1403612"/>
                </a:cubicBezTo>
                <a:lnTo>
                  <a:pt x="533729" y="1403612"/>
                </a:lnTo>
                <a:lnTo>
                  <a:pt x="539822" y="1393583"/>
                </a:lnTo>
                <a:cubicBezTo>
                  <a:pt x="1107847" y="552795"/>
                  <a:pt x="2069786" y="0"/>
                  <a:pt x="3160837" y="0"/>
                </a:cubicBezTo>
                <a:close/>
              </a:path>
            </a:pathLst>
          </a:custGeom>
          <a:solidFill>
            <a:srgbClr val="0096A5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defTabSz="914400"/>
            <a:endParaRPr lang="nl-NL" sz="1800">
              <a:solidFill>
                <a:prstClr val="black"/>
              </a:solidFill>
            </a:endParaRPr>
          </a:p>
        </p:txBody>
      </p:sp>
      <p:sp>
        <p:nvSpPr>
          <p:cNvPr id="81" name="Rechthoek 80">
            <a:hlinkClick r:id="rId8"/>
            <a:extLst>
              <a:ext uri="{FF2B5EF4-FFF2-40B4-BE49-F238E27FC236}">
                <a16:creationId xmlns:a16="http://schemas.microsoft.com/office/drawing/2014/main" id="{BFFA7641-A9CC-435C-A805-0EECE9C2AA66}"/>
              </a:ext>
            </a:extLst>
          </p:cNvPr>
          <p:cNvSpPr/>
          <p:nvPr userDrawn="1"/>
        </p:nvSpPr>
        <p:spPr>
          <a:xfrm>
            <a:off x="10208368" y="-1"/>
            <a:ext cx="1983633" cy="1997213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442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/>
              <a:t>JU-LEVEL1=</a:t>
            </a:r>
            <a:r>
              <a:rPr lang="nl-NL" noProof="0" dirty="0" err="1"/>
              <a:t>Bullet</a:t>
            </a:r>
            <a:r>
              <a:rPr lang="nl-NL" noProof="0" dirty="0"/>
              <a:t> oranje</a:t>
            </a:r>
          </a:p>
          <a:p>
            <a:pPr lvl="1"/>
            <a:r>
              <a:rPr lang="nl-NL" noProof="0" dirty="0"/>
              <a:t>JU-LEVEL2=</a:t>
            </a:r>
            <a:r>
              <a:rPr lang="nl-NL" noProof="0" dirty="0" err="1"/>
              <a:t>Bullet</a:t>
            </a:r>
            <a:r>
              <a:rPr lang="nl-NL" noProof="0" dirty="0"/>
              <a:t> rood</a:t>
            </a:r>
          </a:p>
          <a:p>
            <a:pPr lvl="2"/>
            <a:r>
              <a:rPr lang="nl-NL" noProof="0" dirty="0"/>
              <a:t>JU-LEVEL3=</a:t>
            </a:r>
            <a:r>
              <a:rPr lang="nl-NL" noProof="0" dirty="0" err="1"/>
              <a:t>Bullet</a:t>
            </a:r>
            <a:r>
              <a:rPr lang="nl-NL" noProof="0" dirty="0"/>
              <a:t> blauw</a:t>
            </a:r>
          </a:p>
          <a:p>
            <a:pPr lvl="3"/>
            <a:r>
              <a:rPr lang="nl-NL" noProof="0" dirty="0"/>
              <a:t>JU-LEVEL4=</a:t>
            </a:r>
            <a:r>
              <a:rPr lang="nl-NL" noProof="0" dirty="0" err="1"/>
              <a:t>Bullet</a:t>
            </a:r>
            <a:r>
              <a:rPr lang="nl-NL" noProof="0" dirty="0"/>
              <a:t> groen</a:t>
            </a:r>
          </a:p>
          <a:p>
            <a:pPr lvl="4"/>
            <a:r>
              <a:rPr lang="nl-NL" noProof="0" dirty="0"/>
              <a:t>JU-LEVEL5=Leestekst</a:t>
            </a:r>
          </a:p>
          <a:p>
            <a:pPr lvl="5"/>
            <a:r>
              <a:rPr lang="nl-NL" noProof="0" dirty="0"/>
              <a:t>JU-LEVEL6=Subtitel</a:t>
            </a:r>
          </a:p>
          <a:p>
            <a:pPr lvl="6"/>
            <a:r>
              <a:rPr lang="nl-NL" noProof="0" dirty="0"/>
              <a:t>JU-LEVEL7=Sub-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JU-LEVEL8=Nummers</a:t>
            </a:r>
          </a:p>
          <a:p>
            <a:pPr lvl="8"/>
            <a:r>
              <a:rPr lang="nl-NL" noProof="0" dirty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28-10-2026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04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18" r:id="rId2"/>
    <p:sldLayoutId id="2147483736" r:id="rId3"/>
    <p:sldLayoutId id="2147483723" r:id="rId4"/>
    <p:sldLayoutId id="2147483725" r:id="rId5"/>
    <p:sldLayoutId id="2147483730" r:id="rId6"/>
    <p:sldLayoutId id="2147483731" r:id="rId7"/>
    <p:sldLayoutId id="2147483732" r:id="rId8"/>
    <p:sldLayoutId id="2147483733" r:id="rId9"/>
    <p:sldLayoutId id="2147483737" r:id="rId10"/>
    <p:sldLayoutId id="2147483738" r:id="rId11"/>
    <p:sldLayoutId id="2147483739" r:id="rId12"/>
    <p:sldLayoutId id="2147483740" r:id="rId13"/>
    <p:sldLayoutId id="2147483721" r:id="rId14"/>
    <p:sldLayoutId id="2147483741" r:id="rId15"/>
    <p:sldLayoutId id="2147483745" r:id="rId16"/>
    <p:sldLayoutId id="2147483743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1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3430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URF-ML/HPML-course-materials" TargetMode="Externa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urohpc-ju.europa.eu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cua.surf.nl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ndemand.snellius.surf.nl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mgr.advisorssrcdemo.src.surf-hosted.nl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ccess to EuroHPC supercomputers now open | etp4hpc">
            <a:extLst>
              <a:ext uri="{FF2B5EF4-FFF2-40B4-BE49-F238E27FC236}">
                <a16:creationId xmlns:a16="http://schemas.microsoft.com/office/drawing/2014/main" id="{3445A5F6-DB10-CAB7-3C90-034491F11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52" y="3887845"/>
            <a:ext cx="4200331" cy="2471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319732-9FD5-AF0D-E22F-33BDC83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High Performance Deep Learning –  October 30</a:t>
            </a:r>
            <a:r>
              <a:rPr lang="en-US" baseline="30000" dirty="0"/>
              <a:t>th</a:t>
            </a:r>
            <a:r>
              <a:rPr lang="en-US" dirty="0"/>
              <a:t> 2026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3C820-18B4-D61F-80CD-F53426DCD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 dirty="0"/>
              <a:t>GitHub: </a:t>
            </a:r>
            <a:r>
              <a:rPr lang="en-US" dirty="0">
                <a:hlinkClick r:id="rId3"/>
              </a:rPr>
              <a:t>https://github.com/SURF-ML/HPML-course-materials</a:t>
            </a:r>
            <a:r>
              <a:rPr lang="en-US" dirty="0"/>
              <a:t> </a:t>
            </a:r>
          </a:p>
          <a:p>
            <a:r>
              <a:rPr lang="en-US" dirty="0"/>
              <a:t>Trainer: Lars Veefkind</a:t>
            </a:r>
          </a:p>
          <a:p>
            <a:r>
              <a:rPr lang="en-US" dirty="0"/>
              <a:t>Machine Learning Advisor at SURF in HPML Team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3FB1A-B4CB-FC35-6ECB-2F0273AB5A4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D5657-1A3F-C92A-F6D1-45E17FE1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</a:t>
            </a:fld>
            <a:endParaRPr lang="nl-NL"/>
          </a:p>
        </p:txBody>
      </p:sp>
      <p:pic>
        <p:nvPicPr>
          <p:cNvPr id="2050" name="Picture 2" descr="logo surf - Stichting Academisch Erfgoed">
            <a:extLst>
              <a:ext uri="{FF2B5EF4-FFF2-40B4-BE49-F238E27FC236}">
                <a16:creationId xmlns:a16="http://schemas.microsoft.com/office/drawing/2014/main" id="{48D72101-E3EA-E551-C705-A1AB057F46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684" y="4898991"/>
            <a:ext cx="2857500" cy="14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upercomputing, Data and AI: The role of the national ...">
            <a:extLst>
              <a:ext uri="{FF2B5EF4-FFF2-40B4-BE49-F238E27FC236}">
                <a16:creationId xmlns:a16="http://schemas.microsoft.com/office/drawing/2014/main" id="{C2921341-4895-36CB-62BD-E5BE54C8F4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2867" y="4852679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2565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19732-9FD5-AF0D-E22F-33BDC83C1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Credit where credit is due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83C820-18B4-D61F-80CD-F53426DCDA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8974163" cy="497557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Slides stolen from: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SURF colleagues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Caspar van Leeuwen</a:t>
            </a: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Robert Jan </a:t>
            </a:r>
            <a:r>
              <a:rPr lang="en-US" dirty="0" err="1"/>
              <a:t>Schlimbach</a:t>
            </a:r>
            <a:endParaRPr lang="en-US" dirty="0"/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/>
              <a:t>Bryan Cardenas Guevara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CUDA/</a:t>
            </a:r>
            <a:r>
              <a:rPr lang="en-US" dirty="0" err="1"/>
              <a:t>cuDNN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B3FB1A-B4CB-FC35-6ECB-2F0273AB5A4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FD5657-1A3F-C92A-F6D1-45E17FE19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7125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EF32B-93BA-82DD-F9CD-BCC427C24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</a:t>
            </a:r>
            <a:r>
              <a:rPr lang="en-US" dirty="0" err="1"/>
              <a:t>EuroCC</a:t>
            </a:r>
            <a:r>
              <a:rPr lang="en-US" dirty="0"/>
              <a:t> &amp; </a:t>
            </a:r>
            <a:r>
              <a:rPr lang="en-US" dirty="0" err="1"/>
              <a:t>EuroHPC</a:t>
            </a:r>
            <a:r>
              <a:rPr lang="en-US" dirty="0"/>
              <a:t> JU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03B113-D579-6222-1C05-BFDC874B2D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EuroHPC</a:t>
            </a:r>
            <a:r>
              <a:rPr lang="en-US" dirty="0"/>
              <a:t> JU:</a:t>
            </a:r>
          </a:p>
          <a:p>
            <a:r>
              <a:rPr lang="en-US" dirty="0"/>
              <a:t>joint initiative between EU, EU member states, and private partners to develop a World Class Supercomputing Ecosystem in Europe </a:t>
            </a:r>
          </a:p>
          <a:p>
            <a:r>
              <a:rPr lang="en-US" dirty="0">
                <a:hlinkClick r:id="rId2"/>
              </a:rPr>
              <a:t>https://eurohpc-ju.europa.eu/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EuroCC</a:t>
            </a:r>
            <a:endParaRPr lang="en-US" dirty="0"/>
          </a:p>
          <a:p>
            <a:r>
              <a:rPr lang="en-US" dirty="0"/>
              <a:t>A key program in </a:t>
            </a:r>
            <a:r>
              <a:rPr lang="en-US" dirty="0" err="1"/>
              <a:t>EuroHPC</a:t>
            </a:r>
            <a:r>
              <a:rPr lang="en-US" dirty="0"/>
              <a:t> JU</a:t>
            </a:r>
          </a:p>
          <a:p>
            <a:r>
              <a:rPr lang="en-US" dirty="0" err="1"/>
              <a:t>EuroCC</a:t>
            </a:r>
            <a:r>
              <a:rPr lang="en-US" dirty="0"/>
              <a:t> acts as gateway for industry and academia to find providers with suitable HPC expertise</a:t>
            </a:r>
          </a:p>
          <a:p>
            <a:r>
              <a:rPr lang="en-US" dirty="0" err="1"/>
              <a:t>EuroCC</a:t>
            </a:r>
            <a:r>
              <a:rPr lang="en-US" dirty="0"/>
              <a:t> facilitates HPC-skill oriented trainings (like this one)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BBC3A-13A4-0A7A-71E1-3FDF567035E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644B2-347B-7428-AB7C-4F9C10AB1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43543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5E669-EA46-E143-9ACD-7930B8B2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899" y="272177"/>
            <a:ext cx="11149188" cy="600744"/>
          </a:xfrm>
        </p:spPr>
        <p:txBody>
          <a:bodyPr/>
          <a:lstStyle/>
          <a:p>
            <a:r>
              <a:rPr lang="en-US" dirty="0"/>
              <a:t>About SURF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C4D60B-031A-B34C-89D7-11C0D9A8A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9620318" cy="462884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Collaborative organization for ICT in Dutch education and research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National Competence Center in </a:t>
            </a:r>
            <a:r>
              <a:rPr lang="en-US" dirty="0" err="1"/>
              <a:t>EuroCC</a:t>
            </a:r>
            <a:r>
              <a:rPr lang="en-US" dirty="0"/>
              <a:t> for The Netherlands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Offers HPC services (and many others, data storage, cloud, networking,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493713" lvl="1" indent="-254000"/>
            <a:endParaRPr lang="en-US" dirty="0"/>
          </a:p>
          <a:p>
            <a:pPr marL="0" indent="0">
              <a:buNone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BD0DF8-0F02-7741-A9E6-03724B8341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CC32C2-B3E8-1A45-80C1-ABEB97F90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</a:t>
            </a:fld>
            <a:endParaRPr lang="nl-NL"/>
          </a:p>
        </p:txBody>
      </p:sp>
      <p:pic>
        <p:nvPicPr>
          <p:cNvPr id="23" name="Picture 2" descr="logo surf - Stichting Academisch Erfgoed">
            <a:extLst>
              <a:ext uri="{FF2B5EF4-FFF2-40B4-BE49-F238E27FC236}">
                <a16:creationId xmlns:a16="http://schemas.microsoft.com/office/drawing/2014/main" id="{0B3C043D-2878-D1B7-A2E4-9DB05F083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331" y="572549"/>
            <a:ext cx="2419544" cy="125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onfluence Mobile - SURF User Knowledge Base">
            <a:extLst>
              <a:ext uri="{FF2B5EF4-FFF2-40B4-BE49-F238E27FC236}">
                <a16:creationId xmlns:a16="http://schemas.microsoft.com/office/drawing/2014/main" id="{841CBE6D-561C-B16D-AF2C-0456E2DF0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913" y="2964261"/>
            <a:ext cx="5386785" cy="3628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20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36F0B-8CBF-37A8-E4ED-56F9C9190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plan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63546-099D-1918-EFA4-62F21EBC7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400483"/>
            <a:ext cx="8974163" cy="4975578"/>
          </a:xfrm>
        </p:spPr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Packed file formats for Machine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Hardware (e.g. Tensor cores) and software features (e.g. low-level libraries for deep learning) </a:t>
            </a:r>
            <a:r>
              <a:rPr lang="en-US" dirty="0">
                <a:solidFill>
                  <a:srgbClr val="172B4D"/>
                </a:solidFill>
                <a:latin typeface="-apple-system"/>
              </a:rPr>
              <a:t>for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 accelerated deep learning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Profiling </a:t>
            </a:r>
            <a:r>
              <a:rPr lang="en-US" b="0" i="0" u="sng" dirty="0" err="1">
                <a:solidFill>
                  <a:srgbClr val="172B4D"/>
                </a:solidFill>
                <a:effectLst/>
                <a:latin typeface="-apple-system"/>
              </a:rPr>
              <a:t>PyTorch</a:t>
            </a:r>
            <a:r>
              <a:rPr lang="en-US" b="0" i="0" dirty="0">
                <a:solidFill>
                  <a:srgbClr val="172B4D"/>
                </a:solidFill>
                <a:effectLst/>
                <a:latin typeface="-apple-system"/>
              </a:rPr>
              <a:t> with </a:t>
            </a:r>
            <a:r>
              <a:rPr lang="en-US" b="0" i="0" dirty="0" err="1">
                <a:solidFill>
                  <a:srgbClr val="172B4D"/>
                </a:solidFill>
                <a:effectLst/>
                <a:latin typeface="-apple-system"/>
              </a:rPr>
              <a:t>TensorBoard</a:t>
            </a:r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72B4D"/>
                </a:solidFill>
                <a:latin typeface="-apple-system"/>
              </a:rPr>
              <a:t>Bonus: Parallel computing for deep learning</a:t>
            </a:r>
          </a:p>
          <a:p>
            <a:pPr marL="0" indent="0" algn="l">
              <a:buNone/>
            </a:pPr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8E8202-5361-9FE9-EF20-0A4C4AE79DB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0B810-4B78-6407-0EF5-31C54123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989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plan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014469"/>
            <a:ext cx="8974163" cy="5696574"/>
          </a:xfrm>
        </p:spPr>
        <p:txBody>
          <a:bodyPr/>
          <a:lstStyle/>
          <a:p>
            <a:r>
              <a:rPr lang="en-US" dirty="0"/>
              <a:t>Welcome and course overview  </a:t>
            </a:r>
          </a:p>
          <a:p>
            <a:r>
              <a:rPr lang="en-US" dirty="0"/>
              <a:t>Packed File Formats</a:t>
            </a:r>
          </a:p>
          <a:p>
            <a:r>
              <a:rPr lang="en-US" dirty="0"/>
              <a:t>Parallel computing for Deep Learning</a:t>
            </a:r>
          </a:p>
          <a:p>
            <a:r>
              <a:rPr lang="en-US" dirty="0"/>
              <a:t>Hardware and Software features to accelerate deep Learning</a:t>
            </a:r>
          </a:p>
          <a:p>
            <a:r>
              <a:rPr lang="en-US" dirty="0"/>
              <a:t>Break </a:t>
            </a:r>
          </a:p>
          <a:p>
            <a:r>
              <a:rPr lang="en-US" dirty="0"/>
              <a:t>Profiling</a:t>
            </a:r>
          </a:p>
          <a:p>
            <a:r>
              <a:rPr lang="en-US" dirty="0"/>
              <a:t>Questions</a:t>
            </a:r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8526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Course plan Day 2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16362" y="1145098"/>
            <a:ext cx="8974163" cy="4456846"/>
          </a:xfrm>
        </p:spPr>
        <p:txBody>
          <a:bodyPr/>
          <a:lstStyle/>
          <a:p>
            <a:r>
              <a:rPr lang="nl-NL" sz="1600" dirty="0"/>
              <a:t>9:30 – 10:45	Software installations on HPC systems </a:t>
            </a:r>
          </a:p>
          <a:p>
            <a:r>
              <a:rPr lang="nl-NL" sz="1600" dirty="0"/>
              <a:t>10:45 – 11:55	Coffee break</a:t>
            </a:r>
          </a:p>
          <a:p>
            <a:r>
              <a:rPr lang="nl-NL" sz="1600" dirty="0"/>
              <a:t>10:55 – 11:10	</a:t>
            </a:r>
            <a:r>
              <a:rPr lang="en-US" sz="1600" dirty="0"/>
              <a:t>Packed file formats </a:t>
            </a:r>
          </a:p>
          <a:p>
            <a:r>
              <a:rPr lang="nl-NL" sz="1600" dirty="0"/>
              <a:t>11:10 – 11:30	Hands-on: </a:t>
            </a:r>
            <a:r>
              <a:rPr lang="en-US" sz="1600" dirty="0"/>
              <a:t>Packed file formats</a:t>
            </a:r>
          </a:p>
          <a:p>
            <a:r>
              <a:rPr lang="en-US" sz="1600" dirty="0"/>
              <a:t>11:30 – 12:30 	Keynote: Vlado </a:t>
            </a:r>
            <a:r>
              <a:rPr lang="en-US" sz="1600" dirty="0" err="1"/>
              <a:t>Menkovski</a:t>
            </a:r>
            <a:endParaRPr lang="nl-NL" sz="1600" dirty="0"/>
          </a:p>
          <a:p>
            <a:r>
              <a:rPr lang="nl-NL" sz="1600" dirty="0"/>
              <a:t>12:30 – 13:15	Lunch Break</a:t>
            </a:r>
          </a:p>
          <a:p>
            <a:r>
              <a:rPr lang="nl-NL" sz="1600" dirty="0"/>
              <a:t>13:15 – 14:45	</a:t>
            </a:r>
            <a:r>
              <a:rPr lang="en-US" sz="1600" dirty="0"/>
              <a:t>Hardware and software features to accelerate deep learning </a:t>
            </a:r>
          </a:p>
          <a:p>
            <a:r>
              <a:rPr lang="en-US" sz="1600" dirty="0"/>
              <a:t>14:45</a:t>
            </a:r>
            <a:r>
              <a:rPr lang="nl-NL" sz="1600" dirty="0"/>
              <a:t> – </a:t>
            </a:r>
            <a:r>
              <a:rPr lang="en-US" sz="1600" dirty="0"/>
              <a:t>15:00	Coffee Break</a:t>
            </a:r>
            <a:endParaRPr lang="nl-NL" sz="1600" dirty="0"/>
          </a:p>
          <a:p>
            <a:r>
              <a:rPr lang="nl-NL" sz="1600" dirty="0"/>
              <a:t>15:00 – 15:45	</a:t>
            </a:r>
            <a:r>
              <a:rPr lang="en-US" sz="1600" dirty="0"/>
              <a:t>Parallel Computing for Deep Learning </a:t>
            </a:r>
            <a:endParaRPr lang="nl-NL" sz="1600" dirty="0"/>
          </a:p>
          <a:p>
            <a:r>
              <a:rPr lang="nl-NL" sz="1600" dirty="0"/>
              <a:t>15:45 – 16:45	Profiling to understand your neural </a:t>
            </a:r>
            <a:r>
              <a:rPr lang="nl-NL" sz="1600" dirty="0" err="1"/>
              <a:t>network’s</a:t>
            </a:r>
            <a:r>
              <a:rPr lang="nl-NL" sz="1600" dirty="0"/>
              <a:t> performance</a:t>
            </a:r>
          </a:p>
          <a:p>
            <a:r>
              <a:rPr lang="nl-NL" sz="1600" dirty="0"/>
              <a:t>16:45 – 17:00	Questions, wrap up</a:t>
            </a:r>
          </a:p>
          <a:p>
            <a:pPr lvl="1"/>
            <a:endParaRPr lang="nl-NL" sz="1400" dirty="0"/>
          </a:p>
          <a:p>
            <a:endParaRPr lang="nl-NL" sz="14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03383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0A913-F237-C654-BBE8-114D5654B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816D99-7206-344A-6A7E-7A95C3284A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1"/>
            <a:ext cx="11144280" cy="550314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Access to the Dutch National Supercomputer (</a:t>
            </a:r>
            <a:r>
              <a:rPr lang="en-US" sz="1800" dirty="0" err="1"/>
              <a:t>Snellius</a:t>
            </a:r>
            <a:r>
              <a:rPr lang="en-US" sz="1800" dirty="0"/>
              <a:t>) for this course</a:t>
            </a:r>
          </a:p>
          <a:p>
            <a:r>
              <a:rPr lang="en-US" sz="1800" dirty="0"/>
              <a:t>Snellius Supercomputer (GPU-based Jupyter Notebook environment, GPU batch jobs)</a:t>
            </a:r>
          </a:p>
          <a:p>
            <a:pPr marL="569913" lvl="1"/>
            <a:r>
              <a:rPr lang="en-US" sz="1800" dirty="0"/>
              <a:t>Did you get a login ‘</a:t>
            </a:r>
            <a:r>
              <a:rPr lang="en-US" sz="1800" dirty="0" err="1"/>
              <a:t>scurXXX</a:t>
            </a:r>
            <a:r>
              <a:rPr lang="en-US" sz="1800" dirty="0"/>
              <a:t>’?</a:t>
            </a:r>
          </a:p>
          <a:p>
            <a:pPr marL="569913" lvl="1"/>
            <a:r>
              <a:rPr lang="en-US" sz="1800" dirty="0"/>
              <a:t>The e-mail contains a link to choose a password – please do so</a:t>
            </a:r>
          </a:p>
          <a:p>
            <a:pPr marL="569913" lvl="1"/>
            <a:r>
              <a:rPr lang="en-US" sz="1800" dirty="0"/>
              <a:t>Log in to </a:t>
            </a:r>
            <a:r>
              <a:rPr lang="en-US" sz="1800" dirty="0">
                <a:hlinkClick r:id="rId3"/>
              </a:rPr>
              <a:t>https://portal.cua.surf.nl/</a:t>
            </a:r>
            <a:r>
              <a:rPr lang="en-US" sz="1800" dirty="0"/>
              <a:t> and accept the End User Agreement</a:t>
            </a:r>
          </a:p>
          <a:p>
            <a:pPr marL="569913" lvl="1"/>
            <a:r>
              <a:rPr lang="en-US" sz="1800" dirty="0"/>
              <a:t>Try to login at </a:t>
            </a:r>
            <a:r>
              <a:rPr lang="en-US" sz="1800" dirty="0">
                <a:hlinkClick r:id="rId4"/>
              </a:rPr>
              <a:t>https://ondemand.snellius.surf.nl</a:t>
            </a:r>
            <a:r>
              <a:rPr lang="en-US" sz="1800" dirty="0"/>
              <a:t> </a:t>
            </a:r>
          </a:p>
          <a:p>
            <a:pPr marL="569913"/>
            <a:r>
              <a:rPr lang="en-US" sz="1800" dirty="0"/>
              <a:t>Select “</a:t>
            </a:r>
            <a:r>
              <a:rPr lang="en-US" sz="1800" dirty="0" err="1"/>
              <a:t>Jupyter</a:t>
            </a:r>
            <a:r>
              <a:rPr lang="en-US" sz="1800" dirty="0"/>
              <a:t>”:</a:t>
            </a:r>
          </a:p>
          <a:p>
            <a:pPr marL="833438" lvl="6"/>
            <a:r>
              <a:rPr lang="en-US" sz="1800" dirty="0"/>
              <a:t>Partition: </a:t>
            </a:r>
            <a:r>
              <a:rPr lang="en-US" sz="1800" dirty="0" err="1"/>
              <a:t>gpu_course</a:t>
            </a:r>
            <a:endParaRPr lang="en-US" sz="1800" dirty="0"/>
          </a:p>
          <a:p>
            <a:pPr marL="833438" lvl="6"/>
            <a:r>
              <a:rPr lang="en-US" sz="1800" dirty="0"/>
              <a:t>Select environment module version: course</a:t>
            </a:r>
          </a:p>
          <a:p>
            <a:pPr marL="833438" lvl="6"/>
            <a:r>
              <a:rPr lang="en-US" sz="1800" dirty="0"/>
              <a:t>Memory: 16</a:t>
            </a:r>
          </a:p>
          <a:p>
            <a:pPr marL="833438" lvl="6"/>
            <a:r>
              <a:rPr lang="en-US" sz="1800" dirty="0"/>
              <a:t>GPUs: 1</a:t>
            </a:r>
          </a:p>
          <a:p>
            <a:pPr marL="833438" lvl="6"/>
            <a:r>
              <a:rPr lang="en-US" sz="1800" dirty="0"/>
              <a:t>Click “Launch”</a:t>
            </a:r>
          </a:p>
          <a:p>
            <a:r>
              <a:rPr lang="en-US" sz="1800" dirty="0"/>
              <a:t>If you did not receive a login, or starting a </a:t>
            </a:r>
            <a:r>
              <a:rPr lang="en-US" sz="1800" dirty="0" err="1"/>
              <a:t>Jupyter</a:t>
            </a:r>
            <a:r>
              <a:rPr lang="en-US" sz="1800" dirty="0"/>
              <a:t> session does not work: please let us know so we can resolve it during the first hands-on session.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67D30-A7D6-A9CA-2B22-444926D4FE7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913DC-0A8D-16CF-55D8-7D271DBA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557938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2B500-0803-6EDB-656C-C571FA38D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12D5D-665F-7D39-8B61-8A451882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Logins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39216E-DB10-0EB4-42B2-C137D13F8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1"/>
            <a:ext cx="11144280" cy="550314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Access to Research Cloud for this course</a:t>
            </a:r>
          </a:p>
          <a:p>
            <a:r>
              <a:rPr lang="en-US" sz="1800" dirty="0"/>
              <a:t>Snellius Supercomputer (GPU-based Jupyter Notebook environment, GPU batch jobs)</a:t>
            </a:r>
          </a:p>
          <a:p>
            <a:pPr marL="569913" lvl="1"/>
            <a:r>
              <a:rPr lang="en-US" sz="1800" dirty="0"/>
              <a:t>Did you get a login </a:t>
            </a:r>
          </a:p>
          <a:p>
            <a:pPr marL="569913" lvl="1"/>
            <a:r>
              <a:rPr lang="en-US" sz="1800" dirty="0"/>
              <a:t>Try to login at </a:t>
            </a:r>
            <a:r>
              <a:rPr lang="en-US" sz="1800" dirty="0">
                <a:hlinkClick r:id="rId3"/>
              </a:rPr>
              <a:t>https://coursemgr.advisorssrcdemo.src.surf-hosted.nl/</a:t>
            </a:r>
            <a:r>
              <a:rPr lang="en-US" sz="1800" dirty="0"/>
              <a:t> </a:t>
            </a:r>
          </a:p>
          <a:p>
            <a:pPr marL="569913" lvl="1"/>
            <a:r>
              <a:rPr lang="en-US" sz="1800" dirty="0"/>
              <a:t>Select “Jupyter”:</a:t>
            </a:r>
          </a:p>
          <a:p>
            <a:pPr marL="833438" lvl="6"/>
            <a:r>
              <a:rPr lang="en-US" sz="1800" dirty="0"/>
              <a:t>Partition: </a:t>
            </a:r>
            <a:r>
              <a:rPr lang="en-US" sz="1800" dirty="0" err="1"/>
              <a:t>gpu_course</a:t>
            </a:r>
            <a:endParaRPr lang="en-US" sz="1800" dirty="0"/>
          </a:p>
          <a:p>
            <a:pPr marL="833438" lvl="6"/>
            <a:r>
              <a:rPr lang="en-US" sz="1800" dirty="0"/>
              <a:t>Cores: 2</a:t>
            </a:r>
          </a:p>
          <a:p>
            <a:pPr marL="833438" lvl="6"/>
            <a:r>
              <a:rPr lang="en-US" sz="1800" dirty="0"/>
              <a:t>Memory: 4GB</a:t>
            </a:r>
          </a:p>
          <a:p>
            <a:pPr marL="833438" lvl="6"/>
            <a:r>
              <a:rPr lang="en-US" sz="1800"/>
              <a:t>Partition: </a:t>
            </a:r>
            <a:r>
              <a:rPr lang="en-US" sz="1800" dirty="0"/>
              <a:t>GPU shared, one of the 14 slices of a card</a:t>
            </a:r>
          </a:p>
          <a:p>
            <a:pPr marL="833438" lvl="6"/>
            <a:r>
              <a:rPr lang="en-US" sz="1800" dirty="0"/>
              <a:t>Click “Launch”</a:t>
            </a:r>
          </a:p>
          <a:p>
            <a:r>
              <a:rPr lang="en-US" sz="1800" dirty="0"/>
              <a:t>If you did not receive a login, or starting a </a:t>
            </a:r>
            <a:r>
              <a:rPr lang="en-US" sz="1800" dirty="0" err="1"/>
              <a:t>Jupyter</a:t>
            </a:r>
            <a:r>
              <a:rPr lang="en-US" sz="1800" dirty="0"/>
              <a:t> session does not work: please let us know so we can resolve it during the first hands-on session.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A9148B-0286-48E7-6573-9DB08642273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CEB87-231F-737D-1934-D58567C55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22645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fade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4036e0a74f67ba7fba8b432fe1cbcb1e279f331"/>
  <p:tag name="JUTAG_EINDMACROS_PRESERVEGUIDES" val="1"/>
</p:tagLst>
</file>

<file path=ppt/theme/theme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.xml><?xml version="1.0" encoding="utf-8"?>
<a:theme xmlns:a="http://schemas.openxmlformats.org/drawingml/2006/main" name="(INSTRUCTIES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 SURF.potx" id="{7FCCFDF8-7726-472E-A700-5D7F9EECB06C}" vid="{0BD3932E-07CB-492E-A279-310A2EE43DED}"/>
    </a:ext>
  </a:extLst>
</a:theme>
</file>

<file path=ppt/theme/theme3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SURF</Template>
  <TotalTime>26196</TotalTime>
  <Words>583</Words>
  <Application>Microsoft Macintosh PowerPoint</Application>
  <PresentationFormat>Widescreen</PresentationFormat>
  <Paragraphs>95</Paragraphs>
  <Slides>9</Slides>
  <Notes>5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-apple-system</vt:lpstr>
      <vt:lpstr>Arial</vt:lpstr>
      <vt:lpstr>Calibri</vt:lpstr>
      <vt:lpstr>Calibri Light</vt:lpstr>
      <vt:lpstr>Open Sans</vt:lpstr>
      <vt:lpstr>Oswald</vt:lpstr>
      <vt:lpstr>SURF</vt:lpstr>
      <vt:lpstr>(INSTRUCTIES)</vt:lpstr>
      <vt:lpstr>Intro High Performance Deep Learning –  October 30th 2026</vt:lpstr>
      <vt:lpstr>Credit where credit is due</vt:lpstr>
      <vt:lpstr>About EuroCC &amp; EuroHPC JU</vt:lpstr>
      <vt:lpstr>About SURF</vt:lpstr>
      <vt:lpstr>Course plan</vt:lpstr>
      <vt:lpstr>Course plan</vt:lpstr>
      <vt:lpstr>Course plan Day 2</vt:lpstr>
      <vt:lpstr>Logins</vt:lpstr>
      <vt:lpstr>Logins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>Sjabloonversie 2.0, 2 juli 2018</dc:description>
  <cp:lastModifiedBy>Lars Veefkind</cp:lastModifiedBy>
  <cp:revision>565</cp:revision>
  <cp:lastPrinted>2019-06-12T07:01:08Z</cp:lastPrinted>
  <dcterms:created xsi:type="dcterms:W3CDTF">2018-10-01T11:25:03Z</dcterms:created>
  <dcterms:modified xsi:type="dcterms:W3CDTF">2026-10-28T10:26:13Z</dcterms:modified>
  <cp:category/>
</cp:coreProperties>
</file>